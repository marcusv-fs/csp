
<file path=[Content_Types].xml><?xml version="1.0" encoding="utf-8"?>
<Types xmlns="http://schemas.openxmlformats.org/package/2006/content-types">
  <Default Extension="fna&amp;_nc_gid=31Rq-9Gl5dADmgUNgqXRrA&amp;_nc_ss=7b289&amp;oh=00_Af8Xxz_EgQdN6Qyjem6126dgXRVvZB7HeI3poBPjS6jQsQ&amp;oe=6A47CB23" ContentType="image/jpeg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316" r:id="rId2"/>
    <p:sldId id="275" r:id="rId3"/>
    <p:sldId id="317" r:id="rId4"/>
    <p:sldId id="334" r:id="rId5"/>
    <p:sldId id="319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5" r:id="rId14"/>
    <p:sldId id="343" r:id="rId15"/>
    <p:sldId id="344" r:id="rId16"/>
    <p:sldId id="346" r:id="rId17"/>
    <p:sldId id="315" r:id="rId18"/>
    <p:sldId id="256" r:id="rId19"/>
  </p:sldIdLst>
  <p:sldSz cx="9144000" cy="5143500" type="screen16x9"/>
  <p:notesSz cx="6858000" cy="9144000"/>
  <p:embeddedFontLst>
    <p:embeddedFont>
      <p:font typeface="Proxima Nova" panose="020B0604020202020204" charset="0"/>
      <p:regular r:id="rId21"/>
      <p:bold r:id="rId22"/>
      <p:italic r:id="rId23"/>
      <p:boldItalic r:id="rId24"/>
    </p:embeddedFont>
    <p:embeddedFont>
      <p:font typeface="Proxima Nova Extrabold" panose="020B0604020202020204" charset="0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1E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162A3B-A9F7-4BDA-9DEA-7A5A3D26A3A8}" v="67" dt="2026-06-29T07:35:01.43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562" autoAdjust="0"/>
    <p:restoredTop sz="95033" autoAdjust="0"/>
  </p:normalViewPr>
  <p:slideViewPr>
    <p:cSldViewPr snapToGrid="0">
      <p:cViewPr varScale="1">
        <p:scale>
          <a:sx n="84" d="100"/>
          <a:sy n="84" d="100"/>
        </p:scale>
        <p:origin x="91" y="39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Vinícius de Faria Santos" userId="f3ba05d3ad3c9305" providerId="LiveId" clId="{744A556E-C55C-43AE-946F-9917EC8125F8}"/>
    <pc:docChg chg="undo custSel addSld delSld modSld sldOrd">
      <pc:chgData name="Marcus Vinícius de Faria Santos" userId="f3ba05d3ad3c9305" providerId="LiveId" clId="{744A556E-C55C-43AE-946F-9917EC8125F8}" dt="2026-06-29T07:40:43.022" v="1643" actId="14100"/>
      <pc:docMkLst>
        <pc:docMk/>
      </pc:docMkLst>
      <pc:sldChg chg="modSp mod">
        <pc:chgData name="Marcus Vinícius de Faria Santos" userId="f3ba05d3ad3c9305" providerId="LiveId" clId="{744A556E-C55C-43AE-946F-9917EC8125F8}" dt="2026-06-29T07:20:57.066" v="1188" actId="20577"/>
        <pc:sldMkLst>
          <pc:docMk/>
          <pc:sldMk cId="2608843425" sldId="275"/>
        </pc:sldMkLst>
        <pc:spChg chg="mod">
          <ac:chgData name="Marcus Vinícius de Faria Santos" userId="f3ba05d3ad3c9305" providerId="LiveId" clId="{744A556E-C55C-43AE-946F-9917EC8125F8}" dt="2026-06-29T07:20:57.066" v="1188" actId="20577"/>
          <ac:spMkLst>
            <pc:docMk/>
            <pc:sldMk cId="2608843425" sldId="275"/>
            <ac:spMk id="3" creationId="{BCBE5D4A-B250-B572-F233-E44CAE5C61C3}"/>
          </ac:spMkLst>
        </pc:spChg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1804765601" sldId="284"/>
        </pc:sldMkLst>
      </pc:sldChg>
      <pc:sldChg chg="modSp mod">
        <pc:chgData name="Marcus Vinícius de Faria Santos" userId="f3ba05d3ad3c9305" providerId="LiveId" clId="{744A556E-C55C-43AE-946F-9917EC8125F8}" dt="2026-06-29T07:23:24.390" v="1227"/>
        <pc:sldMkLst>
          <pc:docMk/>
          <pc:sldMk cId="2502404001" sldId="315"/>
        </pc:sldMkLst>
        <pc:spChg chg="mod">
          <ac:chgData name="Marcus Vinícius de Faria Santos" userId="f3ba05d3ad3c9305" providerId="LiveId" clId="{744A556E-C55C-43AE-946F-9917EC8125F8}" dt="2026-06-29T07:23:24.390" v="1227"/>
          <ac:spMkLst>
            <pc:docMk/>
            <pc:sldMk cId="2502404001" sldId="315"/>
            <ac:spMk id="85" creationId="{9698E1E5-E421-6B57-99C7-41EE4ECA4E95}"/>
          </ac:spMkLst>
        </pc:spChg>
      </pc:sldChg>
      <pc:sldChg chg="modSp mod">
        <pc:chgData name="Marcus Vinícius de Faria Santos" userId="f3ba05d3ad3c9305" providerId="LiveId" clId="{744A556E-C55C-43AE-946F-9917EC8125F8}" dt="2026-06-29T06:35:17.457" v="40" actId="20577"/>
        <pc:sldMkLst>
          <pc:docMk/>
          <pc:sldMk cId="3343158148" sldId="316"/>
        </pc:sldMkLst>
        <pc:spChg chg="mod">
          <ac:chgData name="Marcus Vinícius de Faria Santos" userId="f3ba05d3ad3c9305" providerId="LiveId" clId="{744A556E-C55C-43AE-946F-9917EC8125F8}" dt="2026-06-29T06:35:17.457" v="40" actId="20577"/>
          <ac:spMkLst>
            <pc:docMk/>
            <pc:sldMk cId="3343158148" sldId="316"/>
            <ac:spMk id="85" creationId="{3A5BD963-F97F-0E0F-CF63-95BFA9A7E77C}"/>
          </ac:spMkLst>
        </pc:spChg>
      </pc:sldChg>
      <pc:sldChg chg="addSp delSp modSp mod">
        <pc:chgData name="Marcus Vinícius de Faria Santos" userId="f3ba05d3ad3c9305" providerId="LiveId" clId="{744A556E-C55C-43AE-946F-9917EC8125F8}" dt="2026-06-29T06:42:33.265" v="427" actId="20577"/>
        <pc:sldMkLst>
          <pc:docMk/>
          <pc:sldMk cId="3587561993" sldId="317"/>
        </pc:sldMkLst>
        <pc:spChg chg="mod">
          <ac:chgData name="Marcus Vinícius de Faria Santos" userId="f3ba05d3ad3c9305" providerId="LiveId" clId="{744A556E-C55C-43AE-946F-9917EC8125F8}" dt="2026-06-29T06:42:33.265" v="427" actId="20577"/>
          <ac:spMkLst>
            <pc:docMk/>
            <pc:sldMk cId="3587561993" sldId="317"/>
            <ac:spMk id="3" creationId="{541D580F-40BC-399B-69DE-73BCCFBED3FA}"/>
          </ac:spMkLst>
        </pc:spChg>
        <pc:picChg chg="add del mod">
          <ac:chgData name="Marcus Vinícius de Faria Santos" userId="f3ba05d3ad3c9305" providerId="LiveId" clId="{744A556E-C55C-43AE-946F-9917EC8125F8}" dt="2026-06-29T06:38:33.088" v="184" actId="478"/>
          <ac:picMkLst>
            <pc:docMk/>
            <pc:sldMk cId="3587561993" sldId="317"/>
            <ac:picMk id="5" creationId="{9E6040B1-B29E-D1D4-3924-17CC00C81024}"/>
          </ac:picMkLst>
        </pc:picChg>
        <pc:picChg chg="add mod">
          <ac:chgData name="Marcus Vinícius de Faria Santos" userId="f3ba05d3ad3c9305" providerId="LiveId" clId="{744A556E-C55C-43AE-946F-9917EC8125F8}" dt="2026-06-29T06:38:48.006" v="191" actId="1076"/>
          <ac:picMkLst>
            <pc:docMk/>
            <pc:sldMk cId="3587561993" sldId="317"/>
            <ac:picMk id="6" creationId="{16CF2FD2-AC0D-63F3-57CC-F475CFD7EF5E}"/>
          </ac:picMkLst>
        </pc:picChg>
        <pc:picChg chg="del">
          <ac:chgData name="Marcus Vinícius de Faria Santos" userId="f3ba05d3ad3c9305" providerId="LiveId" clId="{744A556E-C55C-43AE-946F-9917EC8125F8}" dt="2026-06-29T06:37:50.248" v="178" actId="478"/>
          <ac:picMkLst>
            <pc:docMk/>
            <pc:sldMk cId="3587561993" sldId="317"/>
            <ac:picMk id="1026" creationId="{9BDC549E-27B6-6E4B-5E55-7659FD38A2AB}"/>
          </ac:picMkLst>
        </pc:picChg>
        <pc:picChg chg="del">
          <ac:chgData name="Marcus Vinícius de Faria Santos" userId="f3ba05d3ad3c9305" providerId="LiveId" clId="{744A556E-C55C-43AE-946F-9917EC8125F8}" dt="2026-06-29T06:37:45.317" v="175" actId="478"/>
          <ac:picMkLst>
            <pc:docMk/>
            <pc:sldMk cId="3587561993" sldId="317"/>
            <ac:picMk id="1028" creationId="{28828B81-9D21-89D3-8A91-E000AD0A4909}"/>
          </ac:picMkLst>
        </pc:picChg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158720369" sldId="318"/>
        </pc:sldMkLst>
      </pc:sldChg>
      <pc:sldChg chg="modSp mod">
        <pc:chgData name="Marcus Vinícius de Faria Santos" userId="f3ba05d3ad3c9305" providerId="LiveId" clId="{744A556E-C55C-43AE-946F-9917EC8125F8}" dt="2026-06-29T06:49:52.215" v="886" actId="20577"/>
        <pc:sldMkLst>
          <pc:docMk/>
          <pc:sldMk cId="205533318" sldId="319"/>
        </pc:sldMkLst>
        <pc:spChg chg="mod">
          <ac:chgData name="Marcus Vinícius de Faria Santos" userId="f3ba05d3ad3c9305" providerId="LiveId" clId="{744A556E-C55C-43AE-946F-9917EC8125F8}" dt="2026-06-29T06:46:50.170" v="575" actId="5793"/>
          <ac:spMkLst>
            <pc:docMk/>
            <pc:sldMk cId="205533318" sldId="319"/>
            <ac:spMk id="2" creationId="{3AC6CE58-F289-D1E6-4DAC-AD535F787FAE}"/>
          </ac:spMkLst>
        </pc:spChg>
        <pc:spChg chg="mod">
          <ac:chgData name="Marcus Vinícius de Faria Santos" userId="f3ba05d3ad3c9305" providerId="LiveId" clId="{744A556E-C55C-43AE-946F-9917EC8125F8}" dt="2026-06-29T06:49:52.215" v="886" actId="20577"/>
          <ac:spMkLst>
            <pc:docMk/>
            <pc:sldMk cId="205533318" sldId="319"/>
            <ac:spMk id="3" creationId="{F2110DD2-0BA5-856E-5845-93688F96FB7C}"/>
          </ac:spMkLst>
        </pc:spChg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1335751914" sldId="320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40059834" sldId="322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1240652246" sldId="324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4061272324" sldId="325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2585352437" sldId="326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4260350891" sldId="327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1533446631" sldId="328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790769216" sldId="329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816595842" sldId="330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139571237" sldId="331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679898972" sldId="332"/>
        </pc:sldMkLst>
      </pc:sldChg>
      <pc:sldChg chg="del">
        <pc:chgData name="Marcus Vinícius de Faria Santos" userId="f3ba05d3ad3c9305" providerId="LiveId" clId="{744A556E-C55C-43AE-946F-9917EC8125F8}" dt="2026-06-29T07:23:12.717" v="1224" actId="47"/>
        <pc:sldMkLst>
          <pc:docMk/>
          <pc:sldMk cId="1208609460" sldId="333"/>
        </pc:sldMkLst>
      </pc:sldChg>
      <pc:sldChg chg="modSp add mod">
        <pc:chgData name="Marcus Vinícius de Faria Santos" userId="f3ba05d3ad3c9305" providerId="LiveId" clId="{744A556E-C55C-43AE-946F-9917EC8125F8}" dt="2026-06-29T06:45:49.900" v="573" actId="20577"/>
        <pc:sldMkLst>
          <pc:docMk/>
          <pc:sldMk cId="2590401388" sldId="334"/>
        </pc:sldMkLst>
        <pc:spChg chg="mod">
          <ac:chgData name="Marcus Vinícius de Faria Santos" userId="f3ba05d3ad3c9305" providerId="LiveId" clId="{744A556E-C55C-43AE-946F-9917EC8125F8}" dt="2026-06-29T06:45:49.900" v="573" actId="20577"/>
          <ac:spMkLst>
            <pc:docMk/>
            <pc:sldMk cId="2590401388" sldId="334"/>
            <ac:spMk id="3" creationId="{7A5BD91D-0F73-37AC-400A-1A116E3F2241}"/>
          </ac:spMkLst>
        </pc:spChg>
        <pc:picChg chg="mod">
          <ac:chgData name="Marcus Vinícius de Faria Santos" userId="f3ba05d3ad3c9305" providerId="LiveId" clId="{744A556E-C55C-43AE-946F-9917EC8125F8}" dt="2026-06-29T06:38:04.250" v="183" actId="1076"/>
          <ac:picMkLst>
            <pc:docMk/>
            <pc:sldMk cId="2590401388" sldId="334"/>
            <ac:picMk id="5" creationId="{5651898F-FDDC-B8CD-236A-0430761D3A81}"/>
          </ac:picMkLst>
        </pc:picChg>
      </pc:sldChg>
      <pc:sldChg chg="add del">
        <pc:chgData name="Marcus Vinícius de Faria Santos" userId="f3ba05d3ad3c9305" providerId="LiveId" clId="{744A556E-C55C-43AE-946F-9917EC8125F8}" dt="2026-06-29T07:33:59.574" v="1615" actId="47"/>
        <pc:sldMkLst>
          <pc:docMk/>
          <pc:sldMk cId="107489644" sldId="335"/>
        </pc:sldMkLst>
      </pc:sldChg>
      <pc:sldChg chg="addSp delSp modSp add mod">
        <pc:chgData name="Marcus Vinícius de Faria Santos" userId="f3ba05d3ad3c9305" providerId="LiveId" clId="{744A556E-C55C-43AE-946F-9917EC8125F8}" dt="2026-06-29T07:00:29.562" v="998" actId="404"/>
        <pc:sldMkLst>
          <pc:docMk/>
          <pc:sldMk cId="858991356" sldId="336"/>
        </pc:sldMkLst>
        <pc:spChg chg="mod">
          <ac:chgData name="Marcus Vinícius de Faria Santos" userId="f3ba05d3ad3c9305" providerId="LiveId" clId="{744A556E-C55C-43AE-946F-9917EC8125F8}" dt="2026-06-29T07:00:29.562" v="998" actId="404"/>
          <ac:spMkLst>
            <pc:docMk/>
            <pc:sldMk cId="858991356" sldId="336"/>
            <ac:spMk id="2" creationId="{D4142100-680C-3801-211D-EB2144BFE7C5}"/>
          </ac:spMkLst>
        </pc:spChg>
        <pc:spChg chg="mod">
          <ac:chgData name="Marcus Vinícius de Faria Santos" userId="f3ba05d3ad3c9305" providerId="LiveId" clId="{744A556E-C55C-43AE-946F-9917EC8125F8}" dt="2026-06-29T06:58:45.013" v="972" actId="20577"/>
          <ac:spMkLst>
            <pc:docMk/>
            <pc:sldMk cId="858991356" sldId="336"/>
            <ac:spMk id="3" creationId="{C4F384B9-F3CD-7998-8672-B43106B33F6B}"/>
          </ac:spMkLst>
        </pc:spChg>
        <pc:graphicFrameChg chg="add mod modGraphic">
          <ac:chgData name="Marcus Vinícius de Faria Santos" userId="f3ba05d3ad3c9305" providerId="LiveId" clId="{744A556E-C55C-43AE-946F-9917EC8125F8}" dt="2026-06-29T07:00:05.328" v="990" actId="207"/>
          <ac:graphicFrameMkLst>
            <pc:docMk/>
            <pc:sldMk cId="858991356" sldId="336"/>
            <ac:graphicFrameMk id="5" creationId="{49E1462A-9259-A635-049E-577129FA4481}"/>
          </ac:graphicFrameMkLst>
        </pc:graphicFrameChg>
        <pc:picChg chg="del">
          <ac:chgData name="Marcus Vinícius de Faria Santos" userId="f3ba05d3ad3c9305" providerId="LiveId" clId="{744A556E-C55C-43AE-946F-9917EC8125F8}" dt="2026-06-29T06:52:59.389" v="893" actId="478"/>
          <ac:picMkLst>
            <pc:docMk/>
            <pc:sldMk cId="858991356" sldId="336"/>
            <ac:picMk id="2050" creationId="{6CAC9A1C-13F1-ABFF-965F-7907AEE70D01}"/>
          </ac:picMkLst>
        </pc:picChg>
      </pc:sldChg>
      <pc:sldChg chg="addSp delSp modSp add mod">
        <pc:chgData name="Marcus Vinícius de Faria Santos" userId="f3ba05d3ad3c9305" providerId="LiveId" clId="{744A556E-C55C-43AE-946F-9917EC8125F8}" dt="2026-06-29T07:04:47.508" v="1087" actId="14"/>
        <pc:sldMkLst>
          <pc:docMk/>
          <pc:sldMk cId="3171443838" sldId="337"/>
        </pc:sldMkLst>
        <pc:spChg chg="mod">
          <ac:chgData name="Marcus Vinícius de Faria Santos" userId="f3ba05d3ad3c9305" providerId="LiveId" clId="{744A556E-C55C-43AE-946F-9917EC8125F8}" dt="2026-06-29T07:00:34.794" v="1002" actId="20577"/>
          <ac:spMkLst>
            <pc:docMk/>
            <pc:sldMk cId="3171443838" sldId="337"/>
            <ac:spMk id="2" creationId="{09AFD3F3-DB16-BF2E-2689-63DEF4C1291A}"/>
          </ac:spMkLst>
        </pc:spChg>
        <pc:spChg chg="mod">
          <ac:chgData name="Marcus Vinícius de Faria Santos" userId="f3ba05d3ad3c9305" providerId="LiveId" clId="{744A556E-C55C-43AE-946F-9917EC8125F8}" dt="2026-06-29T07:04:47.508" v="1087" actId="14"/>
          <ac:spMkLst>
            <pc:docMk/>
            <pc:sldMk cId="3171443838" sldId="337"/>
            <ac:spMk id="3" creationId="{AEB73D28-BA5C-BF32-AE6C-BF5CEB9723DF}"/>
          </ac:spMkLst>
        </pc:spChg>
        <pc:graphicFrameChg chg="del mod">
          <ac:chgData name="Marcus Vinícius de Faria Santos" userId="f3ba05d3ad3c9305" providerId="LiveId" clId="{744A556E-C55C-43AE-946F-9917EC8125F8}" dt="2026-06-29T07:01:26.936" v="1007" actId="478"/>
          <ac:graphicFrameMkLst>
            <pc:docMk/>
            <pc:sldMk cId="3171443838" sldId="337"/>
            <ac:graphicFrameMk id="5" creationId="{90119F6E-CE3E-AF42-C8FF-12B844E8E5D9}"/>
          </ac:graphicFrameMkLst>
        </pc:graphicFrameChg>
        <pc:graphicFrameChg chg="add mod modGraphic">
          <ac:chgData name="Marcus Vinícius de Faria Santos" userId="f3ba05d3ad3c9305" providerId="LiveId" clId="{744A556E-C55C-43AE-946F-9917EC8125F8}" dt="2026-06-29T07:03:46.315" v="1070" actId="1076"/>
          <ac:graphicFrameMkLst>
            <pc:docMk/>
            <pc:sldMk cId="3171443838" sldId="337"/>
            <ac:graphicFrameMk id="6" creationId="{463A1DD6-73F8-A431-0FE2-58361993715A}"/>
          </ac:graphicFrameMkLst>
        </pc:graphicFrameChg>
      </pc:sldChg>
      <pc:sldChg chg="addSp delSp modSp add mod">
        <pc:chgData name="Marcus Vinícius de Faria Santos" userId="f3ba05d3ad3c9305" providerId="LiveId" clId="{744A556E-C55C-43AE-946F-9917EC8125F8}" dt="2026-06-29T07:21:10.285" v="1193" actId="404"/>
        <pc:sldMkLst>
          <pc:docMk/>
          <pc:sldMk cId="2145702745" sldId="338"/>
        </pc:sldMkLst>
        <pc:spChg chg="mod">
          <ac:chgData name="Marcus Vinícius de Faria Santos" userId="f3ba05d3ad3c9305" providerId="LiveId" clId="{744A556E-C55C-43AE-946F-9917EC8125F8}" dt="2026-06-29T07:21:10.285" v="1193" actId="404"/>
          <ac:spMkLst>
            <pc:docMk/>
            <pc:sldMk cId="2145702745" sldId="338"/>
            <ac:spMk id="2" creationId="{CEFEF2D6-8F3A-B9E6-D1AB-7B3626BE51B0}"/>
          </ac:spMkLst>
        </pc:spChg>
        <pc:spChg chg="del mod">
          <ac:chgData name="Marcus Vinícius de Faria Santos" userId="f3ba05d3ad3c9305" providerId="LiveId" clId="{744A556E-C55C-43AE-946F-9917EC8125F8}" dt="2026-06-29T07:07:50.545" v="1105" actId="478"/>
          <ac:spMkLst>
            <pc:docMk/>
            <pc:sldMk cId="2145702745" sldId="338"/>
            <ac:spMk id="3" creationId="{36F04032-2388-095C-BB23-183DE553D8EF}"/>
          </ac:spMkLst>
        </pc:spChg>
        <pc:graphicFrameChg chg="del mod">
          <ac:chgData name="Marcus Vinícius de Faria Santos" userId="f3ba05d3ad3c9305" providerId="LiveId" clId="{744A556E-C55C-43AE-946F-9917EC8125F8}" dt="2026-06-29T07:07:28.063" v="1103" actId="478"/>
          <ac:graphicFrameMkLst>
            <pc:docMk/>
            <pc:sldMk cId="2145702745" sldId="338"/>
            <ac:graphicFrameMk id="6" creationId="{10564EB3-2AE1-7D23-3488-237641B7AF94}"/>
          </ac:graphicFrameMkLst>
        </pc:graphicFrameChg>
        <pc:picChg chg="add mod">
          <ac:chgData name="Marcus Vinícius de Faria Santos" userId="f3ba05d3ad3c9305" providerId="LiveId" clId="{744A556E-C55C-43AE-946F-9917EC8125F8}" dt="2026-06-29T07:08:03.681" v="1109" actId="1076"/>
          <ac:picMkLst>
            <pc:docMk/>
            <pc:sldMk cId="2145702745" sldId="338"/>
            <ac:picMk id="7" creationId="{8080A602-3D8E-7615-3954-33894AE8B7D1}"/>
          </ac:picMkLst>
        </pc:picChg>
      </pc:sldChg>
      <pc:sldChg chg="addSp delSp modSp add mod">
        <pc:chgData name="Marcus Vinícius de Faria Santos" userId="f3ba05d3ad3c9305" providerId="LiveId" clId="{744A556E-C55C-43AE-946F-9917EC8125F8}" dt="2026-06-29T07:21:25.783" v="1201" actId="404"/>
        <pc:sldMkLst>
          <pc:docMk/>
          <pc:sldMk cId="1760324782" sldId="339"/>
        </pc:sldMkLst>
        <pc:spChg chg="mod">
          <ac:chgData name="Marcus Vinícius de Faria Santos" userId="f3ba05d3ad3c9305" providerId="LiveId" clId="{744A556E-C55C-43AE-946F-9917EC8125F8}" dt="2026-06-29T07:21:25.783" v="1201" actId="404"/>
          <ac:spMkLst>
            <pc:docMk/>
            <pc:sldMk cId="1760324782" sldId="339"/>
            <ac:spMk id="2" creationId="{1787486C-B47B-B9E5-48B1-54EBD1C3956E}"/>
          </ac:spMkLst>
        </pc:spChg>
        <pc:picChg chg="add mod">
          <ac:chgData name="Marcus Vinícius de Faria Santos" userId="f3ba05d3ad3c9305" providerId="LiveId" clId="{744A556E-C55C-43AE-946F-9917EC8125F8}" dt="2026-06-29T07:08:24.993" v="1115" actId="1076"/>
          <ac:picMkLst>
            <pc:docMk/>
            <pc:sldMk cId="1760324782" sldId="339"/>
            <ac:picMk id="5" creationId="{A04C4A3A-DBA6-7551-0465-FFC752ABDFDF}"/>
          </ac:picMkLst>
        </pc:picChg>
        <pc:picChg chg="del">
          <ac:chgData name="Marcus Vinícius de Faria Santos" userId="f3ba05d3ad3c9305" providerId="LiveId" clId="{744A556E-C55C-43AE-946F-9917EC8125F8}" dt="2026-06-29T07:08:18.557" v="1111" actId="478"/>
          <ac:picMkLst>
            <pc:docMk/>
            <pc:sldMk cId="1760324782" sldId="339"/>
            <ac:picMk id="7" creationId="{EB243DF5-8C45-5834-C235-E8CCEADDF2F8}"/>
          </ac:picMkLst>
        </pc:picChg>
      </pc:sldChg>
      <pc:sldChg chg="addSp delSp modSp add mod modClrScheme chgLayout">
        <pc:chgData name="Marcus Vinícius de Faria Santos" userId="f3ba05d3ad3c9305" providerId="LiveId" clId="{744A556E-C55C-43AE-946F-9917EC8125F8}" dt="2026-06-29T07:11:36.553" v="1146" actId="1076"/>
        <pc:sldMkLst>
          <pc:docMk/>
          <pc:sldMk cId="2383524700" sldId="340"/>
        </pc:sldMkLst>
        <pc:spChg chg="mod">
          <ac:chgData name="Marcus Vinícius de Faria Santos" userId="f3ba05d3ad3c9305" providerId="LiveId" clId="{744A556E-C55C-43AE-946F-9917EC8125F8}" dt="2026-06-29T07:10:49.027" v="1134" actId="26606"/>
          <ac:spMkLst>
            <pc:docMk/>
            <pc:sldMk cId="2383524700" sldId="340"/>
            <ac:spMk id="2" creationId="{8776CAEA-5792-F995-40FB-DB2DA3E4FC06}"/>
          </ac:spMkLst>
        </pc:spChg>
        <pc:spChg chg="mod">
          <ac:chgData name="Marcus Vinícius de Faria Santos" userId="f3ba05d3ad3c9305" providerId="LiveId" clId="{744A556E-C55C-43AE-946F-9917EC8125F8}" dt="2026-06-29T07:10:49.027" v="1134" actId="26606"/>
          <ac:spMkLst>
            <pc:docMk/>
            <pc:sldMk cId="2383524700" sldId="340"/>
            <ac:spMk id="4" creationId="{CCBCC6FF-B2B3-9EB8-2CC8-8B0365FD97E7}"/>
          </ac:spMkLst>
        </pc:spChg>
        <pc:picChg chg="del">
          <ac:chgData name="Marcus Vinícius de Faria Santos" userId="f3ba05d3ad3c9305" providerId="LiveId" clId="{744A556E-C55C-43AE-946F-9917EC8125F8}" dt="2026-06-29T07:10:24.174" v="1120" actId="478"/>
          <ac:picMkLst>
            <pc:docMk/>
            <pc:sldMk cId="2383524700" sldId="340"/>
            <ac:picMk id="5" creationId="{444851F6-9867-BD57-A0C0-3F47E63DA411}"/>
          </ac:picMkLst>
        </pc:picChg>
        <pc:picChg chg="add mod">
          <ac:chgData name="Marcus Vinícius de Faria Santos" userId="f3ba05d3ad3c9305" providerId="LiveId" clId="{744A556E-C55C-43AE-946F-9917EC8125F8}" dt="2026-06-29T07:10:59.947" v="1137" actId="1076"/>
          <ac:picMkLst>
            <pc:docMk/>
            <pc:sldMk cId="2383524700" sldId="340"/>
            <ac:picMk id="6" creationId="{D69798F2-1D9F-5C40-6DB3-123451E6E555}"/>
          </ac:picMkLst>
        </pc:picChg>
        <pc:picChg chg="add del mod">
          <ac:chgData name="Marcus Vinícius de Faria Santos" userId="f3ba05d3ad3c9305" providerId="LiveId" clId="{744A556E-C55C-43AE-946F-9917EC8125F8}" dt="2026-06-29T07:11:25.380" v="1140" actId="478"/>
          <ac:picMkLst>
            <pc:docMk/>
            <pc:sldMk cId="2383524700" sldId="340"/>
            <ac:picMk id="8" creationId="{13B4F2E0-4F58-E3A8-5BD1-D4879A7B31BA}"/>
          </ac:picMkLst>
        </pc:picChg>
        <pc:picChg chg="add mod">
          <ac:chgData name="Marcus Vinícius de Faria Santos" userId="f3ba05d3ad3c9305" providerId="LiveId" clId="{744A556E-C55C-43AE-946F-9917EC8125F8}" dt="2026-06-29T07:11:36.553" v="1146" actId="1076"/>
          <ac:picMkLst>
            <pc:docMk/>
            <pc:sldMk cId="2383524700" sldId="340"/>
            <ac:picMk id="10" creationId="{4200720E-864F-1773-D2F2-AC50D18868E1}"/>
          </ac:picMkLst>
        </pc:picChg>
      </pc:sldChg>
      <pc:sldChg chg="addSp delSp modSp add mod">
        <pc:chgData name="Marcus Vinícius de Faria Santos" userId="f3ba05d3ad3c9305" providerId="LiveId" clId="{744A556E-C55C-43AE-946F-9917EC8125F8}" dt="2026-06-29T07:21:32.435" v="1205" actId="404"/>
        <pc:sldMkLst>
          <pc:docMk/>
          <pc:sldMk cId="2484835848" sldId="341"/>
        </pc:sldMkLst>
        <pc:spChg chg="add del mod">
          <ac:chgData name="Marcus Vinícius de Faria Santos" userId="f3ba05d3ad3c9305" providerId="LiveId" clId="{744A556E-C55C-43AE-946F-9917EC8125F8}" dt="2026-06-29T07:21:32.435" v="1205" actId="404"/>
          <ac:spMkLst>
            <pc:docMk/>
            <pc:sldMk cId="2484835848" sldId="341"/>
            <ac:spMk id="2" creationId="{8F8B05FB-B7E7-AA40-2E63-B776451C9974}"/>
          </ac:spMkLst>
        </pc:spChg>
        <pc:spChg chg="add del mod">
          <ac:chgData name="Marcus Vinícius de Faria Santos" userId="f3ba05d3ad3c9305" providerId="LiveId" clId="{744A556E-C55C-43AE-946F-9917EC8125F8}" dt="2026-06-29T07:12:17.978" v="1162" actId="478"/>
          <ac:spMkLst>
            <pc:docMk/>
            <pc:sldMk cId="2484835848" sldId="341"/>
            <ac:spMk id="8" creationId="{B36AE8ED-F4B0-EC45-B9D5-ABAB5FE9ADD3}"/>
          </ac:spMkLst>
        </pc:spChg>
        <pc:picChg chg="del">
          <ac:chgData name="Marcus Vinícius de Faria Santos" userId="f3ba05d3ad3c9305" providerId="LiveId" clId="{744A556E-C55C-43AE-946F-9917EC8125F8}" dt="2026-06-29T07:11:43.878" v="1147" actId="478"/>
          <ac:picMkLst>
            <pc:docMk/>
            <pc:sldMk cId="2484835848" sldId="341"/>
            <ac:picMk id="5" creationId="{7BCB852D-6F05-553F-F854-D51E5E14C396}"/>
          </ac:picMkLst>
        </pc:picChg>
        <pc:picChg chg="add del mod">
          <ac:chgData name="Marcus Vinícius de Faria Santos" userId="f3ba05d3ad3c9305" providerId="LiveId" clId="{744A556E-C55C-43AE-946F-9917EC8125F8}" dt="2026-06-29T07:19:20.433" v="1168" actId="478"/>
          <ac:picMkLst>
            <pc:docMk/>
            <pc:sldMk cId="2484835848" sldId="341"/>
            <ac:picMk id="6" creationId="{68692411-E225-BB14-D1A5-895DEEBE6728}"/>
          </ac:picMkLst>
        </pc:picChg>
        <pc:picChg chg="add mod">
          <ac:chgData name="Marcus Vinícius de Faria Santos" userId="f3ba05d3ad3c9305" providerId="LiveId" clId="{744A556E-C55C-43AE-946F-9917EC8125F8}" dt="2026-06-29T07:20:10.688" v="1178" actId="1076"/>
          <ac:picMkLst>
            <pc:docMk/>
            <pc:sldMk cId="2484835848" sldId="341"/>
            <ac:picMk id="10" creationId="{7D50D360-1028-18A4-1A7B-5549E2611746}"/>
          </ac:picMkLst>
        </pc:picChg>
        <pc:picChg chg="add mod">
          <ac:chgData name="Marcus Vinícius de Faria Santos" userId="f3ba05d3ad3c9305" providerId="LiveId" clId="{744A556E-C55C-43AE-946F-9917EC8125F8}" dt="2026-06-29T07:20:13.150" v="1179" actId="14100"/>
          <ac:picMkLst>
            <pc:docMk/>
            <pc:sldMk cId="2484835848" sldId="341"/>
            <ac:picMk id="12" creationId="{9F4B2EF9-5103-2100-A87A-3F95E177B88C}"/>
          </ac:picMkLst>
        </pc:picChg>
      </pc:sldChg>
      <pc:sldChg chg="addSp delSp modSp add mod">
        <pc:chgData name="Marcus Vinícius de Faria Santos" userId="f3ba05d3ad3c9305" providerId="LiveId" clId="{744A556E-C55C-43AE-946F-9917EC8125F8}" dt="2026-06-29T07:22:39.250" v="1223" actId="1076"/>
        <pc:sldMkLst>
          <pc:docMk/>
          <pc:sldMk cId="2805854080" sldId="342"/>
        </pc:sldMkLst>
        <pc:spChg chg="mod">
          <ac:chgData name="Marcus Vinícius de Faria Santos" userId="f3ba05d3ad3c9305" providerId="LiveId" clId="{744A556E-C55C-43AE-946F-9917EC8125F8}" dt="2026-06-29T07:22:04.586" v="1213" actId="1076"/>
          <ac:spMkLst>
            <pc:docMk/>
            <pc:sldMk cId="2805854080" sldId="342"/>
            <ac:spMk id="2" creationId="{9A9920A2-B455-6DC4-655C-EBF7C3CC1875}"/>
          </ac:spMkLst>
        </pc:spChg>
        <pc:picChg chg="del">
          <ac:chgData name="Marcus Vinícius de Faria Santos" userId="f3ba05d3ad3c9305" providerId="LiveId" clId="{744A556E-C55C-43AE-946F-9917EC8125F8}" dt="2026-06-29T07:11:44.936" v="1148" actId="478"/>
          <ac:picMkLst>
            <pc:docMk/>
            <pc:sldMk cId="2805854080" sldId="342"/>
            <ac:picMk id="5" creationId="{8105382E-B15C-9C89-EB65-D4149F76B61F}"/>
          </ac:picMkLst>
        </pc:picChg>
        <pc:picChg chg="add mod">
          <ac:chgData name="Marcus Vinícius de Faria Santos" userId="f3ba05d3ad3c9305" providerId="LiveId" clId="{744A556E-C55C-43AE-946F-9917EC8125F8}" dt="2026-06-29T07:22:39.250" v="1223" actId="1076"/>
          <ac:picMkLst>
            <pc:docMk/>
            <pc:sldMk cId="2805854080" sldId="342"/>
            <ac:picMk id="6" creationId="{A375158F-F6AE-30E7-B85A-C0D89B625ABE}"/>
          </ac:picMkLst>
        </pc:picChg>
        <pc:picChg chg="add mod">
          <ac:chgData name="Marcus Vinícius de Faria Santos" userId="f3ba05d3ad3c9305" providerId="LiveId" clId="{744A556E-C55C-43AE-946F-9917EC8125F8}" dt="2026-06-29T07:22:36.258" v="1222" actId="1076"/>
          <ac:picMkLst>
            <pc:docMk/>
            <pc:sldMk cId="2805854080" sldId="342"/>
            <ac:picMk id="8" creationId="{B5A008E7-C16C-1E0B-E6C1-61407C34E200}"/>
          </ac:picMkLst>
        </pc:picChg>
      </pc:sldChg>
      <pc:sldChg chg="addSp delSp modSp add mod">
        <pc:chgData name="Marcus Vinícius de Faria Santos" userId="f3ba05d3ad3c9305" providerId="LiveId" clId="{744A556E-C55C-43AE-946F-9917EC8125F8}" dt="2026-06-29T07:24:48.055" v="1239" actId="1076"/>
        <pc:sldMkLst>
          <pc:docMk/>
          <pc:sldMk cId="427984855" sldId="343"/>
        </pc:sldMkLst>
        <pc:spChg chg="mod">
          <ac:chgData name="Marcus Vinícius de Faria Santos" userId="f3ba05d3ad3c9305" providerId="LiveId" clId="{744A556E-C55C-43AE-946F-9917EC8125F8}" dt="2026-06-29T07:23:45.708" v="1230" actId="404"/>
          <ac:spMkLst>
            <pc:docMk/>
            <pc:sldMk cId="427984855" sldId="343"/>
            <ac:spMk id="2" creationId="{56E3666F-5FF0-F5D4-5C45-5C84738C7C97}"/>
          </ac:spMkLst>
        </pc:spChg>
        <pc:picChg chg="del">
          <ac:chgData name="Marcus Vinícius de Faria Santos" userId="f3ba05d3ad3c9305" providerId="LiveId" clId="{744A556E-C55C-43AE-946F-9917EC8125F8}" dt="2026-06-29T07:11:46.194" v="1149" actId="478"/>
          <ac:picMkLst>
            <pc:docMk/>
            <pc:sldMk cId="427984855" sldId="343"/>
            <ac:picMk id="5" creationId="{A372FA65-6270-BB32-7C54-65BA0F5D1194}"/>
          </ac:picMkLst>
        </pc:picChg>
        <pc:picChg chg="add del">
          <ac:chgData name="Marcus Vinícius de Faria Santos" userId="f3ba05d3ad3c9305" providerId="LiveId" clId="{744A556E-C55C-43AE-946F-9917EC8125F8}" dt="2026-06-29T07:24:19.566" v="1232" actId="478"/>
          <ac:picMkLst>
            <pc:docMk/>
            <pc:sldMk cId="427984855" sldId="343"/>
            <ac:picMk id="6" creationId="{0B49D535-9FF8-D7E3-76D7-1E71DB335583}"/>
          </ac:picMkLst>
        </pc:picChg>
        <pc:picChg chg="add mod">
          <ac:chgData name="Marcus Vinícius de Faria Santos" userId="f3ba05d3ad3c9305" providerId="LiveId" clId="{744A556E-C55C-43AE-946F-9917EC8125F8}" dt="2026-06-29T07:24:46.225" v="1238" actId="1076"/>
          <ac:picMkLst>
            <pc:docMk/>
            <pc:sldMk cId="427984855" sldId="343"/>
            <ac:picMk id="8" creationId="{D6A2F3ED-C03B-A35F-3162-60395C9C7A50}"/>
          </ac:picMkLst>
        </pc:picChg>
        <pc:picChg chg="add mod">
          <ac:chgData name="Marcus Vinícius de Faria Santos" userId="f3ba05d3ad3c9305" providerId="LiveId" clId="{744A556E-C55C-43AE-946F-9917EC8125F8}" dt="2026-06-29T07:24:48.055" v="1239" actId="1076"/>
          <ac:picMkLst>
            <pc:docMk/>
            <pc:sldMk cId="427984855" sldId="343"/>
            <ac:picMk id="10" creationId="{45CEDDB1-4840-CE0C-C98E-81A4DFBD100F}"/>
          </ac:picMkLst>
        </pc:picChg>
      </pc:sldChg>
      <pc:sldChg chg="addSp delSp modSp add mod">
        <pc:chgData name="Marcus Vinícius de Faria Santos" userId="f3ba05d3ad3c9305" providerId="LiveId" clId="{744A556E-C55C-43AE-946F-9917EC8125F8}" dt="2026-06-29T07:25:36.221" v="1246" actId="1076"/>
        <pc:sldMkLst>
          <pc:docMk/>
          <pc:sldMk cId="750048338" sldId="344"/>
        </pc:sldMkLst>
        <pc:picChg chg="add mod">
          <ac:chgData name="Marcus Vinícius de Faria Santos" userId="f3ba05d3ad3c9305" providerId="LiveId" clId="{744A556E-C55C-43AE-946F-9917EC8125F8}" dt="2026-06-29T07:25:36.221" v="1246" actId="1076"/>
          <ac:picMkLst>
            <pc:docMk/>
            <pc:sldMk cId="750048338" sldId="344"/>
            <ac:picMk id="5" creationId="{797D31E6-C467-2907-E475-C6E4E0136C2D}"/>
          </ac:picMkLst>
        </pc:picChg>
        <pc:picChg chg="del">
          <ac:chgData name="Marcus Vinícius de Faria Santos" userId="f3ba05d3ad3c9305" providerId="LiveId" clId="{744A556E-C55C-43AE-946F-9917EC8125F8}" dt="2026-06-29T07:25:09.763" v="1241" actId="478"/>
          <ac:picMkLst>
            <pc:docMk/>
            <pc:sldMk cId="750048338" sldId="344"/>
            <ac:picMk id="8" creationId="{EDD631D8-5586-083B-C9C3-778101BE8DD6}"/>
          </ac:picMkLst>
        </pc:picChg>
        <pc:picChg chg="del">
          <ac:chgData name="Marcus Vinícius de Faria Santos" userId="f3ba05d3ad3c9305" providerId="LiveId" clId="{744A556E-C55C-43AE-946F-9917EC8125F8}" dt="2026-06-29T07:25:10.157" v="1242" actId="478"/>
          <ac:picMkLst>
            <pc:docMk/>
            <pc:sldMk cId="750048338" sldId="344"/>
            <ac:picMk id="10" creationId="{22B93873-CF6E-6A59-6470-66F3FB1EF20A}"/>
          </ac:picMkLst>
        </pc:picChg>
      </pc:sldChg>
      <pc:sldChg chg="addSp delSp modSp add mod ord">
        <pc:chgData name="Marcus Vinícius de Faria Santos" userId="f3ba05d3ad3c9305" providerId="LiveId" clId="{744A556E-C55C-43AE-946F-9917EC8125F8}" dt="2026-06-29T07:34:51.373" v="1617"/>
        <pc:sldMkLst>
          <pc:docMk/>
          <pc:sldMk cId="1550012221" sldId="345"/>
        </pc:sldMkLst>
        <pc:spChg chg="mod">
          <ac:chgData name="Marcus Vinícius de Faria Santos" userId="f3ba05d3ad3c9305" providerId="LiveId" clId="{744A556E-C55C-43AE-946F-9917EC8125F8}" dt="2026-06-29T07:26:41.719" v="1249" actId="404"/>
          <ac:spMkLst>
            <pc:docMk/>
            <pc:sldMk cId="1550012221" sldId="345"/>
            <ac:spMk id="2" creationId="{BBD6FE85-A2BA-EED4-34F1-1D7E00B4240E}"/>
          </ac:spMkLst>
        </pc:spChg>
        <pc:spChg chg="mod">
          <ac:chgData name="Marcus Vinícius de Faria Santos" userId="f3ba05d3ad3c9305" providerId="LiveId" clId="{744A556E-C55C-43AE-946F-9917EC8125F8}" dt="2026-06-29T07:31:52.651" v="1614" actId="27636"/>
          <ac:spMkLst>
            <pc:docMk/>
            <pc:sldMk cId="1550012221" sldId="345"/>
            <ac:spMk id="3" creationId="{760A01BB-3D06-9FA9-650C-4B74825EA154}"/>
          </ac:spMkLst>
        </pc:spChg>
        <pc:graphicFrameChg chg="del">
          <ac:chgData name="Marcus Vinícius de Faria Santos" userId="f3ba05d3ad3c9305" providerId="LiveId" clId="{744A556E-C55C-43AE-946F-9917EC8125F8}" dt="2026-06-29T07:28:15.431" v="1393" actId="478"/>
          <ac:graphicFrameMkLst>
            <pc:docMk/>
            <pc:sldMk cId="1550012221" sldId="345"/>
            <ac:graphicFrameMk id="6" creationId="{321B5EBB-8C1D-26D0-3FE2-6D6F28C4994A}"/>
          </ac:graphicFrameMkLst>
        </pc:graphicFrameChg>
        <pc:picChg chg="add mod">
          <ac:chgData name="Marcus Vinícius de Faria Santos" userId="f3ba05d3ad3c9305" providerId="LiveId" clId="{744A556E-C55C-43AE-946F-9917EC8125F8}" dt="2026-06-29T07:31:38.320" v="1611" actId="1076"/>
          <ac:picMkLst>
            <pc:docMk/>
            <pc:sldMk cId="1550012221" sldId="345"/>
            <ac:picMk id="5" creationId="{A4B891E3-2B93-3B78-808B-EE41DBEAF676}"/>
          </ac:picMkLst>
        </pc:picChg>
        <pc:picChg chg="add mod modCrop">
          <ac:chgData name="Marcus Vinícius de Faria Santos" userId="f3ba05d3ad3c9305" providerId="LiveId" clId="{744A556E-C55C-43AE-946F-9917EC8125F8}" dt="2026-06-29T07:31:40.700" v="1612" actId="1076"/>
          <ac:picMkLst>
            <pc:docMk/>
            <pc:sldMk cId="1550012221" sldId="345"/>
            <ac:picMk id="7" creationId="{FAFD15D9-5382-08B4-398D-8B44FE3BF458}"/>
          </ac:picMkLst>
        </pc:picChg>
      </pc:sldChg>
      <pc:sldChg chg="addSp delSp modSp add mod">
        <pc:chgData name="Marcus Vinícius de Faria Santos" userId="f3ba05d3ad3c9305" providerId="LiveId" clId="{744A556E-C55C-43AE-946F-9917EC8125F8}" dt="2026-06-29T07:40:43.022" v="1643" actId="14100"/>
        <pc:sldMkLst>
          <pc:docMk/>
          <pc:sldMk cId="1202635735" sldId="346"/>
        </pc:sldMkLst>
        <pc:spChg chg="del">
          <ac:chgData name="Marcus Vinícius de Faria Santos" userId="f3ba05d3ad3c9305" providerId="LiveId" clId="{744A556E-C55C-43AE-946F-9917EC8125F8}" dt="2026-06-29T07:35:17.585" v="1621" actId="478"/>
          <ac:spMkLst>
            <pc:docMk/>
            <pc:sldMk cId="1202635735" sldId="346"/>
            <ac:spMk id="3" creationId="{3BD1F9B0-D95D-D225-4D31-DA69067DE10E}"/>
          </ac:spMkLst>
        </pc:spChg>
        <pc:spChg chg="add del mod">
          <ac:chgData name="Marcus Vinícius de Faria Santos" userId="f3ba05d3ad3c9305" providerId="LiveId" clId="{744A556E-C55C-43AE-946F-9917EC8125F8}" dt="2026-06-29T07:35:19.048" v="1622" actId="478"/>
          <ac:spMkLst>
            <pc:docMk/>
            <pc:sldMk cId="1202635735" sldId="346"/>
            <ac:spMk id="8" creationId="{00A83C50-F4B1-8FD7-2173-1072171D4497}"/>
          </ac:spMkLst>
        </pc:spChg>
        <pc:picChg chg="del">
          <ac:chgData name="Marcus Vinícius de Faria Santos" userId="f3ba05d3ad3c9305" providerId="LiveId" clId="{744A556E-C55C-43AE-946F-9917EC8125F8}" dt="2026-06-29T07:35:16.111" v="1620" actId="478"/>
          <ac:picMkLst>
            <pc:docMk/>
            <pc:sldMk cId="1202635735" sldId="346"/>
            <ac:picMk id="5" creationId="{A9B49D52-1450-9488-6243-5E2C6344C74D}"/>
          </ac:picMkLst>
        </pc:picChg>
        <pc:picChg chg="del">
          <ac:chgData name="Marcus Vinícius de Faria Santos" userId="f3ba05d3ad3c9305" providerId="LiveId" clId="{744A556E-C55C-43AE-946F-9917EC8125F8}" dt="2026-06-29T07:35:15.259" v="1619" actId="478"/>
          <ac:picMkLst>
            <pc:docMk/>
            <pc:sldMk cId="1202635735" sldId="346"/>
            <ac:picMk id="7" creationId="{324487BA-8540-CD5E-5417-5164A2E63A63}"/>
          </ac:picMkLst>
        </pc:picChg>
        <pc:picChg chg="add mod modCrop">
          <ac:chgData name="Marcus Vinícius de Faria Santos" userId="f3ba05d3ad3c9305" providerId="LiveId" clId="{744A556E-C55C-43AE-946F-9917EC8125F8}" dt="2026-06-29T07:40:43.022" v="1643" actId="14100"/>
          <ac:picMkLst>
            <pc:docMk/>
            <pc:sldMk cId="1202635735" sldId="346"/>
            <ac:picMk id="10" creationId="{CD94999F-743D-8BE7-5972-1B61CE0450CC}"/>
          </ac:picMkLst>
        </pc:picChg>
        <pc:picChg chg="add mod">
          <ac:chgData name="Marcus Vinícius de Faria Santos" userId="f3ba05d3ad3c9305" providerId="LiveId" clId="{744A556E-C55C-43AE-946F-9917EC8125F8}" dt="2026-06-29T07:40:32.742" v="1640" actId="1076"/>
          <ac:picMkLst>
            <pc:docMk/>
            <pc:sldMk cId="1202635735" sldId="346"/>
            <ac:picMk id="12" creationId="{9B566077-6F11-3B56-C3B9-DD07CE60B01D}"/>
          </ac:picMkLst>
        </pc:picChg>
        <pc:picChg chg="add mod">
          <ac:chgData name="Marcus Vinícius de Faria Santos" userId="f3ba05d3ad3c9305" providerId="LiveId" clId="{744A556E-C55C-43AE-946F-9917EC8125F8}" dt="2026-06-29T07:40:19.365" v="1634" actId="1076"/>
          <ac:picMkLst>
            <pc:docMk/>
            <pc:sldMk cId="1202635735" sldId="346"/>
            <ac:picMk id="14" creationId="{EFC1833A-30DD-4A32-96AB-49CE4525E55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223C2D-4261-4E96-99C9-28CC17DB8986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172948F9-03EA-452B-A309-A3C3D0F50706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 dirty="0"/>
            <a:t>Controle</a:t>
          </a:r>
        </a:p>
      </dgm:t>
    </dgm:pt>
    <dgm:pt modelId="{C450CEC2-8F55-45A2-8981-A2C47418F108}" type="parTrans" cxnId="{55D55591-5120-49C9-A66E-6941B59A50FE}">
      <dgm:prSet/>
      <dgm:spPr/>
      <dgm:t>
        <a:bodyPr/>
        <a:lstStyle/>
        <a:p>
          <a:endParaRPr lang="pt-BR"/>
        </a:p>
      </dgm:t>
    </dgm:pt>
    <dgm:pt modelId="{B50B1C99-55D9-4CAF-AD8B-44F8B7773F85}" type="sibTrans" cxnId="{55D55591-5120-49C9-A66E-6941B59A50FE}">
      <dgm:prSet/>
      <dgm:spPr/>
      <dgm:t>
        <a:bodyPr/>
        <a:lstStyle/>
        <a:p>
          <a:endParaRPr lang="pt-BR"/>
        </a:p>
      </dgm:t>
    </dgm:pt>
    <dgm:pt modelId="{F18766AA-F3C6-427D-9A8F-284BE13F2716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 dirty="0"/>
            <a:t>Elétrico</a:t>
          </a:r>
        </a:p>
      </dgm:t>
    </dgm:pt>
    <dgm:pt modelId="{E0F6AFFA-FD99-4ADB-B0D0-62F9D74FDA8F}" type="parTrans" cxnId="{EEA97E8E-C59F-48D4-B05A-537AA8672285}">
      <dgm:prSet/>
      <dgm:spPr/>
      <dgm:t>
        <a:bodyPr/>
        <a:lstStyle/>
        <a:p>
          <a:endParaRPr lang="pt-BR"/>
        </a:p>
      </dgm:t>
    </dgm:pt>
    <dgm:pt modelId="{92ADE177-6EC4-4579-B20E-1F01F3C835B8}" type="sibTrans" cxnId="{EEA97E8E-C59F-48D4-B05A-537AA8672285}">
      <dgm:prSet/>
      <dgm:spPr/>
      <dgm:t>
        <a:bodyPr/>
        <a:lstStyle/>
        <a:p>
          <a:endParaRPr lang="pt-BR"/>
        </a:p>
      </dgm:t>
    </dgm:pt>
    <dgm:pt modelId="{55B604EE-8A80-4B35-95B7-7BAFF9350994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 dirty="0"/>
            <a:t>Sensoreamento</a:t>
          </a:r>
        </a:p>
      </dgm:t>
    </dgm:pt>
    <dgm:pt modelId="{B225A130-CD0F-4811-98AF-F34DB1880958}" type="parTrans" cxnId="{5C59AF8A-7CB9-4CEE-8754-00C06EFD0F42}">
      <dgm:prSet/>
      <dgm:spPr/>
      <dgm:t>
        <a:bodyPr/>
        <a:lstStyle/>
        <a:p>
          <a:endParaRPr lang="pt-BR"/>
        </a:p>
      </dgm:t>
    </dgm:pt>
    <dgm:pt modelId="{A41D4F68-E6FF-4148-8CEE-F0020CAC477E}" type="sibTrans" cxnId="{5C59AF8A-7CB9-4CEE-8754-00C06EFD0F42}">
      <dgm:prSet/>
      <dgm:spPr/>
      <dgm:t>
        <a:bodyPr/>
        <a:lstStyle/>
        <a:p>
          <a:endParaRPr lang="pt-BR"/>
        </a:p>
      </dgm:t>
    </dgm:pt>
    <dgm:pt modelId="{21B02AED-5B6D-4EF6-9C00-28428295E559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/>
            <a:t>Comunicação</a:t>
          </a:r>
          <a:endParaRPr lang="pt-BR" dirty="0"/>
        </a:p>
      </dgm:t>
    </dgm:pt>
    <dgm:pt modelId="{0E4D3D3A-B60B-481C-8DCC-F0A349F76004}" type="parTrans" cxnId="{07276574-BA4A-4B68-8A15-26CFF8E85DB3}">
      <dgm:prSet/>
      <dgm:spPr/>
      <dgm:t>
        <a:bodyPr/>
        <a:lstStyle/>
        <a:p>
          <a:endParaRPr lang="pt-BR"/>
        </a:p>
      </dgm:t>
    </dgm:pt>
    <dgm:pt modelId="{35451DE4-0187-4466-B53C-C89582BDE7D2}" type="sibTrans" cxnId="{07276574-BA4A-4B68-8A15-26CFF8E85DB3}">
      <dgm:prSet/>
      <dgm:spPr/>
      <dgm:t>
        <a:bodyPr/>
        <a:lstStyle/>
        <a:p>
          <a:endParaRPr lang="pt-BR"/>
        </a:p>
      </dgm:t>
    </dgm:pt>
    <dgm:pt modelId="{072523B4-BF9F-434B-89E1-F81B6739C37D}" type="pres">
      <dgm:prSet presAssocID="{0F223C2D-4261-4E96-99C9-28CC17DB898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CE16507-A230-4F59-B5EB-6F4FE14E6906}" type="pres">
      <dgm:prSet presAssocID="{172948F9-03EA-452B-A309-A3C3D0F50706}" presName="centerShape" presStyleLbl="node0" presStyleIdx="0" presStyleCnt="1"/>
      <dgm:spPr/>
    </dgm:pt>
    <dgm:pt modelId="{C63AF5B3-F26D-40B8-B7EB-32FAE3309E46}" type="pres">
      <dgm:prSet presAssocID="{E0F6AFFA-FD99-4ADB-B0D0-62F9D74FDA8F}" presName="parTrans" presStyleLbl="sibTrans2D1" presStyleIdx="0" presStyleCnt="3" custScaleX="150566" custScaleY="78501"/>
      <dgm:spPr>
        <a:prstGeom prst="leftRightArrow">
          <a:avLst/>
        </a:prstGeom>
      </dgm:spPr>
    </dgm:pt>
    <dgm:pt modelId="{8FBDAE66-9B5A-49E7-B69D-677E3261851E}" type="pres">
      <dgm:prSet presAssocID="{E0F6AFFA-FD99-4ADB-B0D0-62F9D74FDA8F}" presName="connectorText" presStyleLbl="sibTrans2D1" presStyleIdx="0" presStyleCnt="3"/>
      <dgm:spPr/>
    </dgm:pt>
    <dgm:pt modelId="{0968BC1D-5318-40EB-BF6D-8666AF91CFE7}" type="pres">
      <dgm:prSet presAssocID="{F18766AA-F3C6-427D-9A8F-284BE13F2716}" presName="node" presStyleLbl="node1" presStyleIdx="0" presStyleCnt="3" custScaleX="93253" custScaleY="93253">
        <dgm:presLayoutVars>
          <dgm:bulletEnabled val="1"/>
        </dgm:presLayoutVars>
      </dgm:prSet>
      <dgm:spPr/>
    </dgm:pt>
    <dgm:pt modelId="{A74192DA-6B6E-4703-92C8-71F91074CA10}" type="pres">
      <dgm:prSet presAssocID="{B225A130-CD0F-4811-98AF-F34DB1880958}" presName="parTrans" presStyleLbl="sibTrans2D1" presStyleIdx="1" presStyleCnt="3" custScaleX="150566" custScaleY="78501"/>
      <dgm:spPr>
        <a:prstGeom prst="leftRightArrow">
          <a:avLst/>
        </a:prstGeom>
      </dgm:spPr>
    </dgm:pt>
    <dgm:pt modelId="{B3546229-F0EE-4982-A2C9-C9CC83D36306}" type="pres">
      <dgm:prSet presAssocID="{B225A130-CD0F-4811-98AF-F34DB1880958}" presName="connectorText" presStyleLbl="sibTrans2D1" presStyleIdx="1" presStyleCnt="3"/>
      <dgm:spPr/>
    </dgm:pt>
    <dgm:pt modelId="{83176DE3-0DCD-432A-902F-4EA12916F7C9}" type="pres">
      <dgm:prSet presAssocID="{55B604EE-8A80-4B35-95B7-7BAFF9350994}" presName="node" presStyleLbl="node1" presStyleIdx="1" presStyleCnt="3" custScaleX="93253" custScaleY="93253">
        <dgm:presLayoutVars>
          <dgm:bulletEnabled val="1"/>
        </dgm:presLayoutVars>
      </dgm:prSet>
      <dgm:spPr/>
    </dgm:pt>
    <dgm:pt modelId="{EF06DA56-26C4-45E7-B47D-F288E7DDF4C4}" type="pres">
      <dgm:prSet presAssocID="{0E4D3D3A-B60B-481C-8DCC-F0A349F76004}" presName="parTrans" presStyleLbl="sibTrans2D1" presStyleIdx="2" presStyleCnt="3" custScaleX="150566" custScaleY="78501"/>
      <dgm:spPr>
        <a:prstGeom prst="leftRightArrow">
          <a:avLst/>
        </a:prstGeom>
      </dgm:spPr>
    </dgm:pt>
    <dgm:pt modelId="{93134E18-9A83-4D34-AEFF-B0E3E25FCE74}" type="pres">
      <dgm:prSet presAssocID="{0E4D3D3A-B60B-481C-8DCC-F0A349F76004}" presName="connectorText" presStyleLbl="sibTrans2D1" presStyleIdx="2" presStyleCnt="3"/>
      <dgm:spPr/>
    </dgm:pt>
    <dgm:pt modelId="{C76ABC57-D88F-4711-84CB-345BB160811C}" type="pres">
      <dgm:prSet presAssocID="{21B02AED-5B6D-4EF6-9C00-28428295E559}" presName="node" presStyleLbl="node1" presStyleIdx="2" presStyleCnt="3" custScaleX="93253" custScaleY="93253">
        <dgm:presLayoutVars>
          <dgm:bulletEnabled val="1"/>
        </dgm:presLayoutVars>
      </dgm:prSet>
      <dgm:spPr/>
    </dgm:pt>
  </dgm:ptLst>
  <dgm:cxnLst>
    <dgm:cxn modelId="{8A4AA237-F346-4456-879E-2A71FF28EC3D}" type="presOf" srcId="{E0F6AFFA-FD99-4ADB-B0D0-62F9D74FDA8F}" destId="{8FBDAE66-9B5A-49E7-B69D-677E3261851E}" srcOrd="1" destOrd="0" presId="urn:microsoft.com/office/officeart/2005/8/layout/radial5"/>
    <dgm:cxn modelId="{68FAE03D-F562-4A7D-B01A-3BECB61BC31B}" type="presOf" srcId="{55B604EE-8A80-4B35-95B7-7BAFF9350994}" destId="{83176DE3-0DCD-432A-902F-4EA12916F7C9}" srcOrd="0" destOrd="0" presId="urn:microsoft.com/office/officeart/2005/8/layout/radial5"/>
    <dgm:cxn modelId="{FC40C03E-8972-4058-BBD5-7F2CDD1DEBAF}" type="presOf" srcId="{B225A130-CD0F-4811-98AF-F34DB1880958}" destId="{A74192DA-6B6E-4703-92C8-71F91074CA10}" srcOrd="0" destOrd="0" presId="urn:microsoft.com/office/officeart/2005/8/layout/radial5"/>
    <dgm:cxn modelId="{C97DE33F-4C1A-48A1-8044-FB7DA1039957}" type="presOf" srcId="{21B02AED-5B6D-4EF6-9C00-28428295E559}" destId="{C76ABC57-D88F-4711-84CB-345BB160811C}" srcOrd="0" destOrd="0" presId="urn:microsoft.com/office/officeart/2005/8/layout/radial5"/>
    <dgm:cxn modelId="{C7850764-823A-4E52-B9D3-037704C38EC4}" type="presOf" srcId="{0F223C2D-4261-4E96-99C9-28CC17DB8986}" destId="{072523B4-BF9F-434B-89E1-F81B6739C37D}" srcOrd="0" destOrd="0" presId="urn:microsoft.com/office/officeart/2005/8/layout/radial5"/>
    <dgm:cxn modelId="{9D838A64-E6AA-48A8-A507-01849358DA4F}" type="presOf" srcId="{0E4D3D3A-B60B-481C-8DCC-F0A349F76004}" destId="{EF06DA56-26C4-45E7-B47D-F288E7DDF4C4}" srcOrd="0" destOrd="0" presId="urn:microsoft.com/office/officeart/2005/8/layout/radial5"/>
    <dgm:cxn modelId="{A3CE9D52-E798-46E3-BBAB-7F13FE5DC6E2}" type="presOf" srcId="{E0F6AFFA-FD99-4ADB-B0D0-62F9D74FDA8F}" destId="{C63AF5B3-F26D-40B8-B7EB-32FAE3309E46}" srcOrd="0" destOrd="0" presId="urn:microsoft.com/office/officeart/2005/8/layout/radial5"/>
    <dgm:cxn modelId="{07276574-BA4A-4B68-8A15-26CFF8E85DB3}" srcId="{172948F9-03EA-452B-A309-A3C3D0F50706}" destId="{21B02AED-5B6D-4EF6-9C00-28428295E559}" srcOrd="2" destOrd="0" parTransId="{0E4D3D3A-B60B-481C-8DCC-F0A349F76004}" sibTransId="{35451DE4-0187-4466-B53C-C89582BDE7D2}"/>
    <dgm:cxn modelId="{22EFA67C-AF63-4E35-8A7F-C72DA441565D}" type="presOf" srcId="{172948F9-03EA-452B-A309-A3C3D0F50706}" destId="{8CE16507-A230-4F59-B5EB-6F4FE14E6906}" srcOrd="0" destOrd="0" presId="urn:microsoft.com/office/officeart/2005/8/layout/radial5"/>
    <dgm:cxn modelId="{5C59AF8A-7CB9-4CEE-8754-00C06EFD0F42}" srcId="{172948F9-03EA-452B-A309-A3C3D0F50706}" destId="{55B604EE-8A80-4B35-95B7-7BAFF9350994}" srcOrd="1" destOrd="0" parTransId="{B225A130-CD0F-4811-98AF-F34DB1880958}" sibTransId="{A41D4F68-E6FF-4148-8CEE-F0020CAC477E}"/>
    <dgm:cxn modelId="{EEA97E8E-C59F-48D4-B05A-537AA8672285}" srcId="{172948F9-03EA-452B-A309-A3C3D0F50706}" destId="{F18766AA-F3C6-427D-9A8F-284BE13F2716}" srcOrd="0" destOrd="0" parTransId="{E0F6AFFA-FD99-4ADB-B0D0-62F9D74FDA8F}" sibTransId="{92ADE177-6EC4-4579-B20E-1F01F3C835B8}"/>
    <dgm:cxn modelId="{55D55591-5120-49C9-A66E-6941B59A50FE}" srcId="{0F223C2D-4261-4E96-99C9-28CC17DB8986}" destId="{172948F9-03EA-452B-A309-A3C3D0F50706}" srcOrd="0" destOrd="0" parTransId="{C450CEC2-8F55-45A2-8981-A2C47418F108}" sibTransId="{B50B1C99-55D9-4CAF-AD8B-44F8B7773F85}"/>
    <dgm:cxn modelId="{BC51C6E1-0EED-4DC3-A0EB-5E57D11FC052}" type="presOf" srcId="{0E4D3D3A-B60B-481C-8DCC-F0A349F76004}" destId="{93134E18-9A83-4D34-AEFF-B0E3E25FCE74}" srcOrd="1" destOrd="0" presId="urn:microsoft.com/office/officeart/2005/8/layout/radial5"/>
    <dgm:cxn modelId="{31A749EF-03B2-414A-B101-ED5D389D133F}" type="presOf" srcId="{B225A130-CD0F-4811-98AF-F34DB1880958}" destId="{B3546229-F0EE-4982-A2C9-C9CC83D36306}" srcOrd="1" destOrd="0" presId="urn:microsoft.com/office/officeart/2005/8/layout/radial5"/>
    <dgm:cxn modelId="{4C585DFF-ACFE-42E1-952F-8AD0BD6D4637}" type="presOf" srcId="{F18766AA-F3C6-427D-9A8F-284BE13F2716}" destId="{0968BC1D-5318-40EB-BF6D-8666AF91CFE7}" srcOrd="0" destOrd="0" presId="urn:microsoft.com/office/officeart/2005/8/layout/radial5"/>
    <dgm:cxn modelId="{9BC7D447-22D8-41E8-812B-B0FE7B2F7369}" type="presParOf" srcId="{072523B4-BF9F-434B-89E1-F81B6739C37D}" destId="{8CE16507-A230-4F59-B5EB-6F4FE14E6906}" srcOrd="0" destOrd="0" presId="urn:microsoft.com/office/officeart/2005/8/layout/radial5"/>
    <dgm:cxn modelId="{E3E74432-A0D6-4774-84EA-3AB3946043B2}" type="presParOf" srcId="{072523B4-BF9F-434B-89E1-F81B6739C37D}" destId="{C63AF5B3-F26D-40B8-B7EB-32FAE3309E46}" srcOrd="1" destOrd="0" presId="urn:microsoft.com/office/officeart/2005/8/layout/radial5"/>
    <dgm:cxn modelId="{30340694-E4F9-49B7-829E-75310A291116}" type="presParOf" srcId="{C63AF5B3-F26D-40B8-B7EB-32FAE3309E46}" destId="{8FBDAE66-9B5A-49E7-B69D-677E3261851E}" srcOrd="0" destOrd="0" presId="urn:microsoft.com/office/officeart/2005/8/layout/radial5"/>
    <dgm:cxn modelId="{0B5EBE66-EA41-4EF1-A31D-55CA8EE2B188}" type="presParOf" srcId="{072523B4-BF9F-434B-89E1-F81B6739C37D}" destId="{0968BC1D-5318-40EB-BF6D-8666AF91CFE7}" srcOrd="2" destOrd="0" presId="urn:microsoft.com/office/officeart/2005/8/layout/radial5"/>
    <dgm:cxn modelId="{37242607-D460-44D4-9C20-80AF22415AA9}" type="presParOf" srcId="{072523B4-BF9F-434B-89E1-F81B6739C37D}" destId="{A74192DA-6B6E-4703-92C8-71F91074CA10}" srcOrd="3" destOrd="0" presId="urn:microsoft.com/office/officeart/2005/8/layout/radial5"/>
    <dgm:cxn modelId="{D79D1C85-DA50-4511-9D7C-C358547D9492}" type="presParOf" srcId="{A74192DA-6B6E-4703-92C8-71F91074CA10}" destId="{B3546229-F0EE-4982-A2C9-C9CC83D36306}" srcOrd="0" destOrd="0" presId="urn:microsoft.com/office/officeart/2005/8/layout/radial5"/>
    <dgm:cxn modelId="{B70F2F69-093E-4B3A-9EC8-C7E984494C5C}" type="presParOf" srcId="{072523B4-BF9F-434B-89E1-F81B6739C37D}" destId="{83176DE3-0DCD-432A-902F-4EA12916F7C9}" srcOrd="4" destOrd="0" presId="urn:microsoft.com/office/officeart/2005/8/layout/radial5"/>
    <dgm:cxn modelId="{32945A6C-2397-467C-90AC-B4ABDF1CA5E8}" type="presParOf" srcId="{072523B4-BF9F-434B-89E1-F81B6739C37D}" destId="{EF06DA56-26C4-45E7-B47D-F288E7DDF4C4}" srcOrd="5" destOrd="0" presId="urn:microsoft.com/office/officeart/2005/8/layout/radial5"/>
    <dgm:cxn modelId="{0451A122-37A5-4DDA-8E55-C2C416607251}" type="presParOf" srcId="{EF06DA56-26C4-45E7-B47D-F288E7DDF4C4}" destId="{93134E18-9A83-4D34-AEFF-B0E3E25FCE74}" srcOrd="0" destOrd="0" presId="urn:microsoft.com/office/officeart/2005/8/layout/radial5"/>
    <dgm:cxn modelId="{0F5E15C4-C639-4815-8A84-5686B5765501}" type="presParOf" srcId="{072523B4-BF9F-434B-89E1-F81B6739C37D}" destId="{C76ABC57-D88F-4711-84CB-345BB160811C}" srcOrd="6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4952CD-1DB4-4301-85A9-6D0866B7F3C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80F3DA2-0717-43E2-9AA0-6C378F9A92E1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 dirty="0"/>
            <a:t>Conexão</a:t>
          </a:r>
        </a:p>
      </dgm:t>
    </dgm:pt>
    <dgm:pt modelId="{D3EAEA83-1BDA-43D9-84D0-5878AA9842AA}" type="parTrans" cxnId="{8CB7B9E3-2EA2-4656-ACC5-3CC6A836A946}">
      <dgm:prSet/>
      <dgm:spPr/>
      <dgm:t>
        <a:bodyPr/>
        <a:lstStyle/>
        <a:p>
          <a:endParaRPr lang="pt-BR"/>
        </a:p>
      </dgm:t>
    </dgm:pt>
    <dgm:pt modelId="{919ADB42-A01B-4765-9ED9-C83D98D5CB60}" type="sibTrans" cxnId="{8CB7B9E3-2EA2-4656-ACC5-3CC6A836A946}">
      <dgm:prSet/>
      <dgm:spPr/>
      <dgm:t>
        <a:bodyPr/>
        <a:lstStyle/>
        <a:p>
          <a:endParaRPr lang="pt-BR"/>
        </a:p>
      </dgm:t>
    </dgm:pt>
    <dgm:pt modelId="{81E4B1B3-F6A3-49C1-B976-6D86C5C4E611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 dirty="0"/>
            <a:t>Operação</a:t>
          </a:r>
        </a:p>
      </dgm:t>
    </dgm:pt>
    <dgm:pt modelId="{A7B35972-45AD-4200-9A0D-6D11A97AABD6}" type="parTrans" cxnId="{B373CFAB-6B07-42C9-BB28-C25DD0CE5E3C}">
      <dgm:prSet/>
      <dgm:spPr/>
      <dgm:t>
        <a:bodyPr/>
        <a:lstStyle/>
        <a:p>
          <a:endParaRPr lang="pt-BR"/>
        </a:p>
      </dgm:t>
    </dgm:pt>
    <dgm:pt modelId="{BF29D3DA-FF0D-4540-879B-D57F6BBC76C3}" type="sibTrans" cxnId="{B373CFAB-6B07-42C9-BB28-C25DD0CE5E3C}">
      <dgm:prSet/>
      <dgm:spPr/>
      <dgm:t>
        <a:bodyPr/>
        <a:lstStyle/>
        <a:p>
          <a:endParaRPr lang="pt-BR"/>
        </a:p>
      </dgm:t>
    </dgm:pt>
    <dgm:pt modelId="{446474B8-743E-4798-B2D3-8CFDE89E5053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 dirty="0"/>
            <a:t>Telemetria</a:t>
          </a:r>
        </a:p>
      </dgm:t>
    </dgm:pt>
    <dgm:pt modelId="{293342FE-3BE3-443A-98D8-2A9EBED060F2}" type="parTrans" cxnId="{9905FD19-DE14-4F20-9C88-3CA815197769}">
      <dgm:prSet/>
      <dgm:spPr/>
      <dgm:t>
        <a:bodyPr/>
        <a:lstStyle/>
        <a:p>
          <a:endParaRPr lang="pt-BR"/>
        </a:p>
      </dgm:t>
    </dgm:pt>
    <dgm:pt modelId="{18D8DADC-3BED-405C-9CC3-4810BF52D28F}" type="sibTrans" cxnId="{9905FD19-DE14-4F20-9C88-3CA815197769}">
      <dgm:prSet/>
      <dgm:spPr/>
      <dgm:t>
        <a:bodyPr/>
        <a:lstStyle/>
        <a:p>
          <a:endParaRPr lang="pt-BR"/>
        </a:p>
      </dgm:t>
    </dgm:pt>
    <dgm:pt modelId="{5666A724-C659-4347-9850-F027ACF148C8}">
      <dgm:prSet phldrT="[Texto]" phldr="0"/>
      <dgm:spPr>
        <a:solidFill>
          <a:srgbClr val="C00000"/>
        </a:solidFill>
      </dgm:spPr>
      <dgm:t>
        <a:bodyPr/>
        <a:lstStyle/>
        <a:p>
          <a:r>
            <a:rPr lang="pt-BR" dirty="0"/>
            <a:t>Alarmes</a:t>
          </a:r>
        </a:p>
      </dgm:t>
    </dgm:pt>
    <dgm:pt modelId="{64CD1895-932F-4813-905C-C0410E4FB603}" type="parTrans" cxnId="{0677EDFA-585E-4B39-9F8B-60EFEF98159D}">
      <dgm:prSet/>
      <dgm:spPr/>
      <dgm:t>
        <a:bodyPr/>
        <a:lstStyle/>
        <a:p>
          <a:endParaRPr lang="pt-BR"/>
        </a:p>
      </dgm:t>
    </dgm:pt>
    <dgm:pt modelId="{17C925E7-F8C6-4F10-8455-78720F7D7121}" type="sibTrans" cxnId="{0677EDFA-585E-4B39-9F8B-60EFEF98159D}">
      <dgm:prSet/>
      <dgm:spPr/>
      <dgm:t>
        <a:bodyPr/>
        <a:lstStyle/>
        <a:p>
          <a:endParaRPr lang="pt-BR"/>
        </a:p>
      </dgm:t>
    </dgm:pt>
    <dgm:pt modelId="{2F522FED-48E5-4025-A150-B92331824A3D}" type="pres">
      <dgm:prSet presAssocID="{244952CD-1DB4-4301-85A9-6D0866B7F3C6}" presName="diagram" presStyleCnt="0">
        <dgm:presLayoutVars>
          <dgm:dir/>
          <dgm:resizeHandles val="exact"/>
        </dgm:presLayoutVars>
      </dgm:prSet>
      <dgm:spPr/>
    </dgm:pt>
    <dgm:pt modelId="{4F522442-2149-4038-8C14-070FAC2B126F}" type="pres">
      <dgm:prSet presAssocID="{E80F3DA2-0717-43E2-9AA0-6C378F9A92E1}" presName="node" presStyleLbl="node1" presStyleIdx="0" presStyleCnt="4">
        <dgm:presLayoutVars>
          <dgm:bulletEnabled val="1"/>
        </dgm:presLayoutVars>
      </dgm:prSet>
      <dgm:spPr/>
    </dgm:pt>
    <dgm:pt modelId="{313E5CB2-F7C6-4F4F-B2F6-45428EF32E53}" type="pres">
      <dgm:prSet presAssocID="{919ADB42-A01B-4765-9ED9-C83D98D5CB60}" presName="sibTrans" presStyleCnt="0"/>
      <dgm:spPr/>
    </dgm:pt>
    <dgm:pt modelId="{618BCA0D-6F07-4B83-A52D-4F9B5CB48A56}" type="pres">
      <dgm:prSet presAssocID="{81E4B1B3-F6A3-49C1-B976-6D86C5C4E611}" presName="node" presStyleLbl="node1" presStyleIdx="1" presStyleCnt="4">
        <dgm:presLayoutVars>
          <dgm:bulletEnabled val="1"/>
        </dgm:presLayoutVars>
      </dgm:prSet>
      <dgm:spPr/>
    </dgm:pt>
    <dgm:pt modelId="{5398D0B7-E38E-4EA3-9F26-B9856BF1F440}" type="pres">
      <dgm:prSet presAssocID="{BF29D3DA-FF0D-4540-879B-D57F6BBC76C3}" presName="sibTrans" presStyleCnt="0"/>
      <dgm:spPr/>
    </dgm:pt>
    <dgm:pt modelId="{EF3FAD55-6121-44EF-A0F0-E86B17BD9B0B}" type="pres">
      <dgm:prSet presAssocID="{446474B8-743E-4798-B2D3-8CFDE89E5053}" presName="node" presStyleLbl="node1" presStyleIdx="2" presStyleCnt="4">
        <dgm:presLayoutVars>
          <dgm:bulletEnabled val="1"/>
        </dgm:presLayoutVars>
      </dgm:prSet>
      <dgm:spPr/>
    </dgm:pt>
    <dgm:pt modelId="{2B38F4F5-FB6F-4780-B10D-2B37754621FE}" type="pres">
      <dgm:prSet presAssocID="{18D8DADC-3BED-405C-9CC3-4810BF52D28F}" presName="sibTrans" presStyleCnt="0"/>
      <dgm:spPr/>
    </dgm:pt>
    <dgm:pt modelId="{D2BD0675-7FEC-4ED5-8B0D-4C634E4C06D2}" type="pres">
      <dgm:prSet presAssocID="{5666A724-C659-4347-9850-F027ACF148C8}" presName="node" presStyleLbl="node1" presStyleIdx="3" presStyleCnt="4">
        <dgm:presLayoutVars>
          <dgm:bulletEnabled val="1"/>
        </dgm:presLayoutVars>
      </dgm:prSet>
      <dgm:spPr/>
    </dgm:pt>
  </dgm:ptLst>
  <dgm:cxnLst>
    <dgm:cxn modelId="{28E17B10-D4FA-4B32-B143-B28E1FF07777}" type="presOf" srcId="{5666A724-C659-4347-9850-F027ACF148C8}" destId="{D2BD0675-7FEC-4ED5-8B0D-4C634E4C06D2}" srcOrd="0" destOrd="0" presId="urn:microsoft.com/office/officeart/2005/8/layout/default"/>
    <dgm:cxn modelId="{9905FD19-DE14-4F20-9C88-3CA815197769}" srcId="{244952CD-1DB4-4301-85A9-6D0866B7F3C6}" destId="{446474B8-743E-4798-B2D3-8CFDE89E5053}" srcOrd="2" destOrd="0" parTransId="{293342FE-3BE3-443A-98D8-2A9EBED060F2}" sibTransId="{18D8DADC-3BED-405C-9CC3-4810BF52D28F}"/>
    <dgm:cxn modelId="{E8DE994A-AD3C-416E-BCC1-7E171021CD69}" type="presOf" srcId="{E80F3DA2-0717-43E2-9AA0-6C378F9A92E1}" destId="{4F522442-2149-4038-8C14-070FAC2B126F}" srcOrd="0" destOrd="0" presId="urn:microsoft.com/office/officeart/2005/8/layout/default"/>
    <dgm:cxn modelId="{0926484E-EC90-4155-8BEF-07F2701C4309}" type="presOf" srcId="{81E4B1B3-F6A3-49C1-B976-6D86C5C4E611}" destId="{618BCA0D-6F07-4B83-A52D-4F9B5CB48A56}" srcOrd="0" destOrd="0" presId="urn:microsoft.com/office/officeart/2005/8/layout/default"/>
    <dgm:cxn modelId="{B373CFAB-6B07-42C9-BB28-C25DD0CE5E3C}" srcId="{244952CD-1DB4-4301-85A9-6D0866B7F3C6}" destId="{81E4B1B3-F6A3-49C1-B976-6D86C5C4E611}" srcOrd="1" destOrd="0" parTransId="{A7B35972-45AD-4200-9A0D-6D11A97AABD6}" sibTransId="{BF29D3DA-FF0D-4540-879B-D57F6BBC76C3}"/>
    <dgm:cxn modelId="{419AB2BF-EC8C-43E4-8C41-1DE4F1431771}" type="presOf" srcId="{446474B8-743E-4798-B2D3-8CFDE89E5053}" destId="{EF3FAD55-6121-44EF-A0F0-E86B17BD9B0B}" srcOrd="0" destOrd="0" presId="urn:microsoft.com/office/officeart/2005/8/layout/default"/>
    <dgm:cxn modelId="{1C9C21DE-F877-4B6B-8165-61CDB13CE105}" type="presOf" srcId="{244952CD-1DB4-4301-85A9-6D0866B7F3C6}" destId="{2F522FED-48E5-4025-A150-B92331824A3D}" srcOrd="0" destOrd="0" presId="urn:microsoft.com/office/officeart/2005/8/layout/default"/>
    <dgm:cxn modelId="{8CB7B9E3-2EA2-4656-ACC5-3CC6A836A946}" srcId="{244952CD-1DB4-4301-85A9-6D0866B7F3C6}" destId="{E80F3DA2-0717-43E2-9AA0-6C378F9A92E1}" srcOrd="0" destOrd="0" parTransId="{D3EAEA83-1BDA-43D9-84D0-5878AA9842AA}" sibTransId="{919ADB42-A01B-4765-9ED9-C83D98D5CB60}"/>
    <dgm:cxn modelId="{0677EDFA-585E-4B39-9F8B-60EFEF98159D}" srcId="{244952CD-1DB4-4301-85A9-6D0866B7F3C6}" destId="{5666A724-C659-4347-9850-F027ACF148C8}" srcOrd="3" destOrd="0" parTransId="{64CD1895-932F-4813-905C-C0410E4FB603}" sibTransId="{17C925E7-F8C6-4F10-8455-78720F7D7121}"/>
    <dgm:cxn modelId="{D9D7B2BB-CB08-4B29-B10B-B6083761D952}" type="presParOf" srcId="{2F522FED-48E5-4025-A150-B92331824A3D}" destId="{4F522442-2149-4038-8C14-070FAC2B126F}" srcOrd="0" destOrd="0" presId="urn:microsoft.com/office/officeart/2005/8/layout/default"/>
    <dgm:cxn modelId="{41F38C07-A12F-4649-BF11-6660E90D115D}" type="presParOf" srcId="{2F522FED-48E5-4025-A150-B92331824A3D}" destId="{313E5CB2-F7C6-4F4F-B2F6-45428EF32E53}" srcOrd="1" destOrd="0" presId="urn:microsoft.com/office/officeart/2005/8/layout/default"/>
    <dgm:cxn modelId="{6B77E572-2DB2-418E-AB92-51995EF7E052}" type="presParOf" srcId="{2F522FED-48E5-4025-A150-B92331824A3D}" destId="{618BCA0D-6F07-4B83-A52D-4F9B5CB48A56}" srcOrd="2" destOrd="0" presId="urn:microsoft.com/office/officeart/2005/8/layout/default"/>
    <dgm:cxn modelId="{54D46C62-F08E-4583-94E8-0D6EA6D9A2A8}" type="presParOf" srcId="{2F522FED-48E5-4025-A150-B92331824A3D}" destId="{5398D0B7-E38E-4EA3-9F26-B9856BF1F440}" srcOrd="3" destOrd="0" presId="urn:microsoft.com/office/officeart/2005/8/layout/default"/>
    <dgm:cxn modelId="{3AB230DE-900F-4DAB-B057-CAEC4E78B87D}" type="presParOf" srcId="{2F522FED-48E5-4025-A150-B92331824A3D}" destId="{EF3FAD55-6121-44EF-A0F0-E86B17BD9B0B}" srcOrd="4" destOrd="0" presId="urn:microsoft.com/office/officeart/2005/8/layout/default"/>
    <dgm:cxn modelId="{17B903B5-891A-41BE-9DB3-AA5835BA5A0C}" type="presParOf" srcId="{2F522FED-48E5-4025-A150-B92331824A3D}" destId="{2B38F4F5-FB6F-4780-B10D-2B37754621FE}" srcOrd="5" destOrd="0" presId="urn:microsoft.com/office/officeart/2005/8/layout/default"/>
    <dgm:cxn modelId="{568F06D2-DF75-4A15-89C9-CA0B27C777A0}" type="presParOf" srcId="{2F522FED-48E5-4025-A150-B92331824A3D}" destId="{D2BD0675-7FEC-4ED5-8B0D-4C634E4C06D2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16507-A230-4F59-B5EB-6F4FE14E6906}">
      <dsp:nvSpPr>
        <dsp:cNvPr id="0" name=""/>
        <dsp:cNvSpPr/>
      </dsp:nvSpPr>
      <dsp:spPr>
        <a:xfrm>
          <a:off x="1401983" y="1552954"/>
          <a:ext cx="940139" cy="940139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300" kern="1200" dirty="0"/>
            <a:t>Controle</a:t>
          </a:r>
        </a:p>
      </dsp:txBody>
      <dsp:txXfrm>
        <a:off x="1539663" y="1690634"/>
        <a:ext cx="664779" cy="664779"/>
      </dsp:txXfrm>
    </dsp:sp>
    <dsp:sp modelId="{C63AF5B3-F26D-40B8-B7EB-32FAE3309E46}">
      <dsp:nvSpPr>
        <dsp:cNvPr id="0" name=""/>
        <dsp:cNvSpPr/>
      </dsp:nvSpPr>
      <dsp:spPr>
        <a:xfrm rot="16200000">
          <a:off x="1706161" y="1260061"/>
          <a:ext cx="331782" cy="182492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1733535" y="1323933"/>
        <a:ext cx="277034" cy="109496"/>
      </dsp:txXfrm>
    </dsp:sp>
    <dsp:sp modelId="{0968BC1D-5318-40EB-BF6D-8666AF91CFE7}">
      <dsp:nvSpPr>
        <dsp:cNvPr id="0" name=""/>
        <dsp:cNvSpPr/>
      </dsp:nvSpPr>
      <dsp:spPr>
        <a:xfrm>
          <a:off x="1324110" y="41301"/>
          <a:ext cx="1095885" cy="1095885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Elétrico</a:t>
          </a:r>
        </a:p>
      </dsp:txBody>
      <dsp:txXfrm>
        <a:off x="1484599" y="201790"/>
        <a:ext cx="774907" cy="774907"/>
      </dsp:txXfrm>
    </dsp:sp>
    <dsp:sp modelId="{A74192DA-6B6E-4703-92C8-71F91074CA10}">
      <dsp:nvSpPr>
        <dsp:cNvPr id="0" name=""/>
        <dsp:cNvSpPr/>
      </dsp:nvSpPr>
      <dsp:spPr>
        <a:xfrm rot="1800000">
          <a:off x="2287885" y="2267637"/>
          <a:ext cx="331782" cy="182492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>
        <a:off x="2291552" y="2290448"/>
        <a:ext cx="277034" cy="109496"/>
      </dsp:txXfrm>
    </dsp:sp>
    <dsp:sp modelId="{83176DE3-0DCD-432A-902F-4EA12916F7C9}">
      <dsp:nvSpPr>
        <dsp:cNvPr id="0" name=""/>
        <dsp:cNvSpPr/>
      </dsp:nvSpPr>
      <dsp:spPr>
        <a:xfrm>
          <a:off x="2565800" y="2191972"/>
          <a:ext cx="1095885" cy="1095885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 dirty="0"/>
            <a:t>Sensoreamento</a:t>
          </a:r>
        </a:p>
      </dsp:txBody>
      <dsp:txXfrm>
        <a:off x="2726289" y="2352461"/>
        <a:ext cx="774907" cy="774907"/>
      </dsp:txXfrm>
    </dsp:sp>
    <dsp:sp modelId="{EF06DA56-26C4-45E7-B47D-F288E7DDF4C4}">
      <dsp:nvSpPr>
        <dsp:cNvPr id="0" name=""/>
        <dsp:cNvSpPr/>
      </dsp:nvSpPr>
      <dsp:spPr>
        <a:xfrm rot="9000000">
          <a:off x="1124437" y="2267637"/>
          <a:ext cx="331782" cy="182492"/>
        </a:xfrm>
        <a:prstGeom prst="leftRight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800" kern="1200"/>
        </a:p>
      </dsp:txBody>
      <dsp:txXfrm rot="10800000">
        <a:off x="1175518" y="2290448"/>
        <a:ext cx="277034" cy="109496"/>
      </dsp:txXfrm>
    </dsp:sp>
    <dsp:sp modelId="{C76ABC57-D88F-4711-84CB-345BB160811C}">
      <dsp:nvSpPr>
        <dsp:cNvPr id="0" name=""/>
        <dsp:cNvSpPr/>
      </dsp:nvSpPr>
      <dsp:spPr>
        <a:xfrm>
          <a:off x="82419" y="2191972"/>
          <a:ext cx="1095885" cy="1095885"/>
        </a:xfrm>
        <a:prstGeom prst="ellipse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800" kern="1200"/>
            <a:t>Comunicação</a:t>
          </a:r>
          <a:endParaRPr lang="pt-BR" sz="800" kern="1200" dirty="0"/>
        </a:p>
      </dsp:txBody>
      <dsp:txXfrm>
        <a:off x="242908" y="2352461"/>
        <a:ext cx="774907" cy="7749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522442-2149-4038-8C14-070FAC2B126F}">
      <dsp:nvSpPr>
        <dsp:cNvPr id="0" name=""/>
        <dsp:cNvSpPr/>
      </dsp:nvSpPr>
      <dsp:spPr>
        <a:xfrm>
          <a:off x="423" y="416774"/>
          <a:ext cx="1652577" cy="991546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Conexão</a:t>
          </a:r>
        </a:p>
      </dsp:txBody>
      <dsp:txXfrm>
        <a:off x="423" y="416774"/>
        <a:ext cx="1652577" cy="991546"/>
      </dsp:txXfrm>
    </dsp:sp>
    <dsp:sp modelId="{618BCA0D-6F07-4B83-A52D-4F9B5CB48A56}">
      <dsp:nvSpPr>
        <dsp:cNvPr id="0" name=""/>
        <dsp:cNvSpPr/>
      </dsp:nvSpPr>
      <dsp:spPr>
        <a:xfrm>
          <a:off x="1818259" y="416774"/>
          <a:ext cx="1652577" cy="991546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Operação</a:t>
          </a:r>
        </a:p>
      </dsp:txBody>
      <dsp:txXfrm>
        <a:off x="1818259" y="416774"/>
        <a:ext cx="1652577" cy="991546"/>
      </dsp:txXfrm>
    </dsp:sp>
    <dsp:sp modelId="{EF3FAD55-6121-44EF-A0F0-E86B17BD9B0B}">
      <dsp:nvSpPr>
        <dsp:cNvPr id="0" name=""/>
        <dsp:cNvSpPr/>
      </dsp:nvSpPr>
      <dsp:spPr>
        <a:xfrm>
          <a:off x="423" y="1573579"/>
          <a:ext cx="1652577" cy="991546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Telemetria</a:t>
          </a:r>
        </a:p>
      </dsp:txBody>
      <dsp:txXfrm>
        <a:off x="423" y="1573579"/>
        <a:ext cx="1652577" cy="991546"/>
      </dsp:txXfrm>
    </dsp:sp>
    <dsp:sp modelId="{D2BD0675-7FEC-4ED5-8B0D-4C634E4C06D2}">
      <dsp:nvSpPr>
        <dsp:cNvPr id="0" name=""/>
        <dsp:cNvSpPr/>
      </dsp:nvSpPr>
      <dsp:spPr>
        <a:xfrm>
          <a:off x="1818259" y="1573579"/>
          <a:ext cx="1652577" cy="991546"/>
        </a:xfrm>
        <a:prstGeom prst="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Alarmes</a:t>
          </a:r>
        </a:p>
      </dsp:txBody>
      <dsp:txXfrm>
        <a:off x="1818259" y="1573579"/>
        <a:ext cx="1652577" cy="99154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62AA8118-63B3-F237-8642-50748EEA4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4266b2506_0_98:notes">
            <a:extLst>
              <a:ext uri="{FF2B5EF4-FFF2-40B4-BE49-F238E27FC236}">
                <a16:creationId xmlns:a16="http://schemas.microsoft.com/office/drawing/2014/main" id="{7B1C2397-7F51-FE3B-7396-7B282739E7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4266b2506_0_98:notes">
            <a:extLst>
              <a:ext uri="{FF2B5EF4-FFF2-40B4-BE49-F238E27FC236}">
                <a16:creationId xmlns:a16="http://schemas.microsoft.com/office/drawing/2014/main" id="{FD61D111-C4B0-C24C-44D3-BE5CECDA12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02078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Comentar do uso incorreto das máquinas de estados.</a:t>
            </a:r>
          </a:p>
        </p:txBody>
      </p:sp>
    </p:spTree>
    <p:extLst>
      <p:ext uri="{BB962C8B-B14F-4D97-AF65-F5344CB8AC3E}">
        <p14:creationId xmlns:p14="http://schemas.microsoft.com/office/powerpoint/2010/main" val="3028758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D749F-DA81-0AA6-3831-21FA76102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6E01C3B-4D7D-E383-B1A5-BB78A6392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346212-0AF7-7977-C7BA-938044400E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3093461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FB070-A043-6C36-52ED-9D013F71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B9D2C8-EF9D-35D9-7D09-A5A3F43BF7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80CA4E5-F61B-1938-4D59-96D60055C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40894924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24C27-9A53-203E-CB93-B14650EE3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2067699-FF55-2223-91ED-6999A0931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1B0143-7F98-E58D-9568-162FC679F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358232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6235-5058-336E-69E7-01A42D81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8E8DC66-D2C0-1FEC-2F02-D202A4457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3180A2-47C0-82B1-6FBD-04064C5DDD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3023777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038E-3724-BDDA-64D6-57C5FFCF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DA81631-939C-527C-4348-B660D84FC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21054C6-0853-6C7F-DB72-EDF8DE338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1023514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2B07-1DA2-0F35-8ADC-E622D8A0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5A0B435-3A98-068D-21FA-209CB6B5E0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07A239A-BEBA-B155-F069-3C2643A72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39358369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5F464-01F4-F3B8-F86C-12B402B5C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B377B8-F977-D5EE-F04E-9FDBEE611B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695C9D8-B2B3-ED12-E2AE-F683635530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1066541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01DE5-7B4F-9623-205B-76FBEBD8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3E6EA6-22A5-A921-F520-8AF9851CA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19F659A-0A00-A7B6-CFE5-A46C84617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20632901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773B7-A5C5-F4B9-D870-92C67E63E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63D4F91-ACE6-666A-D132-44A584795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1A7A8A8-B2E0-14E7-1BEF-AFC7F531CE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22928524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EB1F4-E6C6-0AB6-F95E-0F0EA3E8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BF1D76-7CDC-06FB-034E-41D79F920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E005DE-11FA-8E02-0105-923A455F5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21328030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4562-9116-4416-2DA7-303448C21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FEAC80-E2B6-5B1E-84C4-F4D52057D7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EC723A-5079-2BB1-5796-CA5DA2A45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2028874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F145-9035-970A-51A9-B64EDCD25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71F47C7-E9EA-03B8-7A6F-8E99AEFDE8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6F6856-3ED4-4D07-7443-B88046026C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25289141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E92A2-22F4-5924-2C28-12490C5D6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B49F13-31B1-A1DA-C2D0-67D1431D5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FB5DC6D-4078-FC45-15B9-F5B21D84B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1067812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58879-D280-6BA9-BECD-3DFB7ACA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2D07B61-CAA0-59A1-3A37-61F0DDD5A8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DBFF389-8F14-E312-7CF8-61EDED078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 passar dos anos, a robótica tem evoluído cada vez mais. Isso se deve, dentre outros, à própria evolução dos componentes utilizados nos robôs, que ficaram mais baratos, mas também aumentaram a qualidade, sendo mais eficientes energeticamente, menores e mais poderosos.</a:t>
            </a:r>
          </a:p>
          <a:p>
            <a:r>
              <a:rPr lang="pt-BR" dirty="0"/>
              <a:t>Contudo, apesar destes pontos positivos, ainda existem diversos problemas neste campo:</a:t>
            </a:r>
          </a:p>
          <a:p>
            <a:pPr lvl="1"/>
            <a:r>
              <a:rPr lang="pt-BR" dirty="0"/>
              <a:t>Muitas destas aplicações apresentam problemas de corretude de robustez. Dito de outra forma, apresentam problemas no código ou projeto, podendo ser coisas mais simples que vão fazer o robô ser menos eficiente em sua movimentação até coisas mais graves como apresentar um mau comportamento e travar.</a:t>
            </a:r>
          </a:p>
          <a:p>
            <a:pPr lvl="1"/>
            <a:r>
              <a:rPr lang="pt-BR" dirty="0"/>
              <a:t>Em sistemas não críticos, isso pode não ser um grande problema, já que um software extremamente robusto poderia tornar o projeto muito custoso. Contudo, em aplicações críticas, falhar não é uma opção e pode levar a grandes perdas financeiras ou causar ferimentos ou mortes.</a:t>
            </a:r>
          </a:p>
          <a:p>
            <a:pPr lvl="1"/>
            <a:r>
              <a:rPr lang="pt-BR" dirty="0"/>
              <a:t>Para contornar isso, os melhores projetos muitas vezes contam com o uso de técnicas de engenharia de software que oferecem suporte ao desenvolvimento da aplicação. </a:t>
            </a:r>
          </a:p>
        </p:txBody>
      </p:sp>
    </p:spTree>
    <p:extLst>
      <p:ext uri="{BB962C8B-B14F-4D97-AF65-F5344CB8AC3E}">
        <p14:creationId xmlns:p14="http://schemas.microsoft.com/office/powerpoint/2010/main" val="4568201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6B21476-F405-BC0D-B3AD-3073DC7A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24266b2506_0_98:notes">
            <a:extLst>
              <a:ext uri="{FF2B5EF4-FFF2-40B4-BE49-F238E27FC236}">
                <a16:creationId xmlns:a16="http://schemas.microsoft.com/office/drawing/2014/main" id="{6FB5C9D9-6E5D-8984-FE7D-D0599286DD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24266b2506_0_98:notes">
            <a:extLst>
              <a:ext uri="{FF2B5EF4-FFF2-40B4-BE49-F238E27FC236}">
                <a16:creationId xmlns:a16="http://schemas.microsoft.com/office/drawing/2014/main" id="{C61E3E38-7398-587B-8C0F-C31065A12A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24442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CAPA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DB1E2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rgbClr val="DB1E2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solidFill>
                  <a:srgbClr val="DB1E2F"/>
                </a:solidFill>
                <a:latin typeface="Proxima Nova Extrabold" panose="020B060402020202020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334058"/>
            <a:ext cx="8520600" cy="31536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latin typeface="Proxima Nova" panose="020B0604020202020204" charset="0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>
                <a:solidFill>
                  <a:schemeClr val="tx1"/>
                </a:solidFill>
              </a:defRPr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DB1E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DB1E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rgbClr val="DB1E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DB1E2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DB1E2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rgbClr val="DB1E2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b="1"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4"/>
            <a:ext cx="8520600" cy="72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413753"/>
            <a:ext cx="8520600" cy="315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 b="1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800" b="0" i="0" u="none" strike="noStrike" cap="none">
          <a:solidFill>
            <a:srgbClr val="DB1E2F"/>
          </a:solidFill>
          <a:latin typeface="Proxima Nova Extrabold" panose="020B0604020202020204" charset="0"/>
          <a:ea typeface="Proxima Nova Extrabold" panose="020B060402020202020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Proxima Nova" panose="020B0604020202020204" charset="0"/>
          <a:ea typeface="Proxima Nova" panose="020B0604020202020204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fna&amp;_nc_gid=31Rq-9Gl5dADmgUNgqXRrA&amp;_nc_ss=7b289&amp;oh=00_Af8Xxz_EgQdN6Qyjem6126dgXRVvZB7HeI3poBPjS6jQsQ&amp;oe=6A47CB23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1B0EB72B-46F0-F17A-F7C7-5CB9ED43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96892F1D-4B4E-350B-5356-14F26A503F2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lang="pt-BR">
              <a:solidFill>
                <a:srgbClr val="DB1E2F"/>
              </a:solidFill>
              <a:latin typeface="Proxima Nova" panose="020B0604020202020204" charset="0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3A5BD963-F97F-0E0F-CF63-95BFA9A7E77C}"/>
              </a:ext>
            </a:extLst>
          </p:cNvPr>
          <p:cNvSpPr txBox="1"/>
          <p:nvPr/>
        </p:nvSpPr>
        <p:spPr>
          <a:xfrm>
            <a:off x="300921" y="1937766"/>
            <a:ext cx="8515308" cy="1659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3600" dirty="0">
                <a:solidFill>
                  <a:schemeClr val="lt1"/>
                </a:solidFill>
                <a:latin typeface="Proxima Nova Extrabold" panose="020B0604020202020204" charset="0"/>
              </a:rPr>
              <a:t>Utilização de CSP para avaliação de um drone e um </a:t>
            </a:r>
            <a:r>
              <a:rPr lang="pt-BR" sz="3600" dirty="0" err="1">
                <a:solidFill>
                  <a:schemeClr val="lt1"/>
                </a:solidFill>
                <a:latin typeface="Proxima Nova Extrabold" panose="020B0604020202020204" charset="0"/>
              </a:rPr>
              <a:t>swarm</a:t>
            </a:r>
            <a:endParaRPr sz="3600" b="1" i="1" dirty="0">
              <a:solidFill>
                <a:srgbClr val="FFFFFF"/>
              </a:solidFill>
              <a:latin typeface="Proxima Nova Extrabold" panose="020B0604020202020204" charset="0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rgbClr val="FFFFFF"/>
                </a:solidFill>
                <a:latin typeface="Proxima Nova Extrabold" panose="020B0604020202020204" charset="0"/>
                <a:ea typeface="Proxima Nova"/>
                <a:cs typeface="Proxima Nova"/>
                <a:sym typeface="Proxima Nova"/>
              </a:rPr>
              <a:t> </a:t>
            </a:r>
            <a:endParaRPr sz="3600" b="1" dirty="0">
              <a:solidFill>
                <a:srgbClr val="FFFFFF"/>
              </a:solidFill>
              <a:latin typeface="Proxima Nova Extrabold" panose="020B060402020202020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08ADF0F-9147-996C-0EC1-4BB67662B464}"/>
              </a:ext>
            </a:extLst>
          </p:cNvPr>
          <p:cNvSpPr txBox="1"/>
          <p:nvPr/>
        </p:nvSpPr>
        <p:spPr>
          <a:xfrm>
            <a:off x="300921" y="3597008"/>
            <a:ext cx="85153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400" dirty="0">
                <a:solidFill>
                  <a:schemeClr val="lt1"/>
                </a:solidFill>
                <a:latin typeface="Proxima Nova" panose="020B0604020202020204" charset="0"/>
                <a:ea typeface="Manrope Medium"/>
                <a:cs typeface="Manrope Medium"/>
                <a:sym typeface="Manrope Medium"/>
              </a:rPr>
              <a:t>Marcus V F Santos - mvfs@cin.ufpe.br</a:t>
            </a:r>
          </a:p>
          <a:p>
            <a:pPr algn="ctr"/>
            <a:endParaRPr lang="pt-BR" dirty="0">
              <a:latin typeface="Proxima Nova Extrabold" panose="020B0604020202020204" charset="0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9E1379-D869-7B83-D87B-A721B645EE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>
                <a:solidFill>
                  <a:schemeClr val="bg1"/>
                </a:solidFill>
              </a:rPr>
              <a:pPr/>
              <a:t>1</a:t>
            </a:fld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158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FEF3B-F5A1-720B-5811-F10DF22C4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427D2C-4391-CD4D-FC4C-E4390F8A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DB1E2F"/>
                </a:solidFill>
              </a:rPr>
              <a:t>Índice 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CBE5D4A-B250-B572-F233-E44CAE5C6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34058"/>
            <a:ext cx="5808684" cy="3153636"/>
          </a:xfrm>
        </p:spPr>
        <p:txBody>
          <a:bodyPr>
            <a:normAutofit/>
          </a:bodyPr>
          <a:lstStyle/>
          <a:p>
            <a:pPr marL="571500" indent="-457200">
              <a:buFont typeface="+mj-lt"/>
              <a:buAutoNum type="arabicPeriod"/>
            </a:pPr>
            <a:r>
              <a:rPr lang="pt-BR" sz="2000" dirty="0"/>
              <a:t>Introdução</a:t>
            </a:r>
          </a:p>
          <a:p>
            <a:pPr marL="571500" indent="-457200">
              <a:buFont typeface="+mj-lt"/>
              <a:buAutoNum type="arabicPeriod"/>
            </a:pPr>
            <a:r>
              <a:rPr lang="pt-BR" sz="2000" dirty="0"/>
              <a:t>Descrição dos componentes</a:t>
            </a:r>
          </a:p>
          <a:p>
            <a:pPr marL="571500" indent="-457200">
              <a:buFont typeface="+mj-lt"/>
              <a:buAutoNum type="arabicPeriod"/>
            </a:pPr>
            <a:r>
              <a:rPr lang="pt-BR" sz="2000" dirty="0"/>
              <a:t>Modelagem CSP, Paralelismo e sincronizações</a:t>
            </a:r>
          </a:p>
          <a:p>
            <a:pPr marL="571500" indent="-457200">
              <a:buFont typeface="+mj-lt"/>
              <a:buAutoNum type="arabicPeriod"/>
            </a:pPr>
            <a:r>
              <a:rPr lang="pt-BR" sz="2000" dirty="0"/>
              <a:t>Refinamentos, verificações e resultados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8E2A6A-1957-ADDF-0C3F-82748DFE2B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884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5B111-91E2-5D1D-1DB2-18BE47CE5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03686-C194-4348-D451-58B271FC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noProof="0" dirty="0">
                <a:solidFill>
                  <a:srgbClr val="DB1E2F"/>
                </a:solidFill>
              </a:rPr>
              <a:t>Introdução</a:t>
            </a:r>
            <a:endParaRPr lang="pt-BR" noProof="0" dirty="0">
              <a:solidFill>
                <a:srgbClr val="DB1E2F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1D580F-40BC-399B-69DE-73BCCFBED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34058"/>
            <a:ext cx="4875380" cy="3153636"/>
          </a:xfrm>
        </p:spPr>
        <p:txBody>
          <a:bodyPr>
            <a:normAutofit/>
          </a:bodyPr>
          <a:lstStyle/>
          <a:p>
            <a:r>
              <a:rPr lang="pt-BR" noProof="0" dirty="0"/>
              <a:t>Um drone, ou VANT (Veículo Aéreo Não tripulado) é um sistema robótico muito complexo.</a:t>
            </a:r>
          </a:p>
          <a:p>
            <a:r>
              <a:rPr lang="pt-BR" dirty="0"/>
              <a:t>Pode ser utilizado de contextos lúdicos até militares.</a:t>
            </a:r>
          </a:p>
          <a:p>
            <a:pPr lvl="1"/>
            <a:endParaRPr lang="pt-BR" noProof="0" dirty="0"/>
          </a:p>
          <a:p>
            <a:pPr lvl="1"/>
            <a:endParaRPr lang="pt-BR" noProof="0" dirty="0"/>
          </a:p>
          <a:p>
            <a:pPr lvl="1"/>
            <a:endParaRPr lang="pt-BR" sz="1600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F433ED-8C65-01D6-5B9B-7A7CBA3CE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3</a:t>
            </a:fld>
            <a:endParaRPr lang="pt-BR" noProof="0" dirty="0"/>
          </a:p>
        </p:txBody>
      </p:sp>
      <p:pic>
        <p:nvPicPr>
          <p:cNvPr id="6" name="Imagem 5" descr="Nenhuma descrição de foto disponível.">
            <a:extLst>
              <a:ext uri="{FF2B5EF4-FFF2-40B4-BE49-F238E27FC236}">
                <a16:creationId xmlns:a16="http://schemas.microsoft.com/office/drawing/2014/main" id="{16CF2FD2-AC0D-63F3-57CC-F475CFD7E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7079" y="1433400"/>
            <a:ext cx="3559729" cy="295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561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6A51E-0B9B-4806-B605-7B1C716B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EEC74B-E79E-B82A-DCAE-555EA647E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4400" noProof="0" dirty="0">
                <a:solidFill>
                  <a:srgbClr val="DB1E2F"/>
                </a:solidFill>
              </a:rPr>
              <a:t>Introdução</a:t>
            </a:r>
            <a:endParaRPr lang="pt-BR" noProof="0" dirty="0">
              <a:solidFill>
                <a:srgbClr val="DB1E2F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A5BD91D-0F73-37AC-400A-1A116E3F2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334058"/>
            <a:ext cx="4577391" cy="3153636"/>
          </a:xfrm>
        </p:spPr>
        <p:txBody>
          <a:bodyPr>
            <a:normAutofit/>
          </a:bodyPr>
          <a:lstStyle/>
          <a:p>
            <a:r>
              <a:rPr lang="pt-BR" dirty="0"/>
              <a:t>Um drone é composto por múltiplos sistemas físicos e lógicos.</a:t>
            </a:r>
          </a:p>
          <a:p>
            <a:r>
              <a:rPr lang="pt-BR" dirty="0"/>
              <a:t>Ampla regulamentação:</a:t>
            </a:r>
          </a:p>
          <a:p>
            <a:pPr lvl="1"/>
            <a:r>
              <a:rPr lang="pt-BR" dirty="0"/>
              <a:t>ANAC (CIVIL), DECEA (MILITAR).</a:t>
            </a:r>
          </a:p>
          <a:p>
            <a:pPr lvl="1"/>
            <a:r>
              <a:rPr lang="pt-BR" dirty="0"/>
              <a:t>ICA 100-40, MCA 56-2, RBAC-E94, RBAC-100, MCA 56-5, CBA: Lei nº 7565, dentre outros.</a:t>
            </a:r>
          </a:p>
          <a:p>
            <a:r>
              <a:rPr lang="pt-BR" dirty="0"/>
              <a:t>A pergunta chave: O sistema é seguro?</a:t>
            </a:r>
          </a:p>
          <a:p>
            <a:endParaRPr lang="pt-BR" noProof="0" dirty="0"/>
          </a:p>
          <a:p>
            <a:pPr lvl="1"/>
            <a:endParaRPr lang="pt-BR" sz="1600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19DD49-7FE8-66C0-3506-1FBB49BF0E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4</a:t>
            </a:fld>
            <a:endParaRPr lang="pt-BR" noProof="0" dirty="0"/>
          </a:p>
        </p:txBody>
      </p:sp>
      <p:pic>
        <p:nvPicPr>
          <p:cNvPr id="5" name="Imagem 4" descr="Drones controlados por SBC para Inspeção Aérea">
            <a:extLst>
              <a:ext uri="{FF2B5EF4-FFF2-40B4-BE49-F238E27FC236}">
                <a16:creationId xmlns:a16="http://schemas.microsoft.com/office/drawing/2014/main" id="{5651898F-FDDC-B8CD-236A-0430761D3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945" y="1331028"/>
            <a:ext cx="3769863" cy="315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401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F08B-56E1-56A9-7EA5-DCC58997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C6CE58-F289-D1E6-4DAC-AD535F787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4400" dirty="0"/>
              <a:t>Descrição dos componentes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2110DD2-0BA5-856E-5845-93688F96F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34058"/>
            <a:ext cx="4367392" cy="3153636"/>
          </a:xfrm>
        </p:spPr>
        <p:txBody>
          <a:bodyPr>
            <a:normAutofit fontScale="92500" lnSpcReduction="10000"/>
          </a:bodyPr>
          <a:lstStyle/>
          <a:p>
            <a:r>
              <a:rPr lang="pt-BR" sz="2000" noProof="0" dirty="0"/>
              <a:t>Drone:</a:t>
            </a:r>
          </a:p>
          <a:p>
            <a:pPr lvl="1"/>
            <a:r>
              <a:rPr lang="pt-BR" dirty="0"/>
              <a:t>Sistema Elétrico.</a:t>
            </a:r>
          </a:p>
          <a:p>
            <a:pPr lvl="1"/>
            <a:r>
              <a:rPr lang="pt-BR" noProof="0" dirty="0"/>
              <a:t>Sistema de Sensoreamento.</a:t>
            </a:r>
          </a:p>
          <a:p>
            <a:pPr lvl="1"/>
            <a:r>
              <a:rPr lang="pt-BR" dirty="0"/>
              <a:t>Sistema de Comunicação.</a:t>
            </a:r>
          </a:p>
          <a:p>
            <a:pPr lvl="1"/>
            <a:r>
              <a:rPr lang="pt-BR" noProof="0" dirty="0"/>
              <a:t>Sistema de Controle.</a:t>
            </a:r>
          </a:p>
          <a:p>
            <a:r>
              <a:rPr lang="pt-BR" dirty="0"/>
              <a:t>GCS:</a:t>
            </a:r>
          </a:p>
          <a:p>
            <a:pPr lvl="1"/>
            <a:r>
              <a:rPr lang="pt-BR" noProof="0" dirty="0"/>
              <a:t>Sistema de Conexão.</a:t>
            </a:r>
          </a:p>
          <a:p>
            <a:pPr lvl="1"/>
            <a:r>
              <a:rPr lang="pt-BR" dirty="0"/>
              <a:t>Sistema de Operação.</a:t>
            </a:r>
          </a:p>
          <a:p>
            <a:pPr lvl="1"/>
            <a:r>
              <a:rPr lang="pt-BR" noProof="0" dirty="0"/>
              <a:t>Sistema de Telemetria.</a:t>
            </a:r>
          </a:p>
          <a:p>
            <a:pPr lvl="1"/>
            <a:r>
              <a:rPr lang="pt-BR" dirty="0"/>
              <a:t>Sistema de Alarmes.</a:t>
            </a:r>
          </a:p>
          <a:p>
            <a:r>
              <a:rPr lang="pt-BR" dirty="0"/>
              <a:t>Operação: Um Drone e uma GCS.</a:t>
            </a:r>
          </a:p>
          <a:p>
            <a:r>
              <a:rPr lang="pt-BR" noProof="0" dirty="0" err="1"/>
              <a:t>Swarm</a:t>
            </a:r>
            <a:r>
              <a:rPr lang="pt-BR" noProof="0" dirty="0"/>
              <a:t>: </a:t>
            </a:r>
            <a:r>
              <a:rPr lang="pt-BR" noProof="0" dirty="0" err="1"/>
              <a:t>Multiplos</a:t>
            </a:r>
            <a:r>
              <a:rPr lang="pt-BR" noProof="0" dirty="0"/>
              <a:t> Drones e uma GCS.</a:t>
            </a:r>
          </a:p>
          <a:p>
            <a:pPr lvl="1"/>
            <a:endParaRPr lang="pt-BR" sz="1600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5B4C632-D97F-55C4-8548-0719B9C590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5</a:t>
            </a:fld>
            <a:endParaRPr lang="pt-BR" noProof="0" dirty="0"/>
          </a:p>
        </p:txBody>
      </p:sp>
      <p:pic>
        <p:nvPicPr>
          <p:cNvPr id="2050" name="Picture 2" descr="Operação Catrimani II utiliza drone militar contra o garimpo ilegal -  Notícias - Exército Brasileiro">
            <a:extLst>
              <a:ext uri="{FF2B5EF4-FFF2-40B4-BE49-F238E27FC236}">
                <a16:creationId xmlns:a16="http://schemas.microsoft.com/office/drawing/2014/main" id="{FF78D980-4A80-1E06-21AD-459DD8CB0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8701" y="1334058"/>
            <a:ext cx="3593757" cy="2695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533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D977-104B-A001-BCCD-B8666889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42100-680C-3801-211D-EB2144BF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4000" dirty="0"/>
              <a:t>Descrição dos componentes: Drone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4F384B9-F3CD-7998-8672-B43106B33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1334058"/>
            <a:ext cx="4367392" cy="3153636"/>
          </a:xfrm>
        </p:spPr>
        <p:txBody>
          <a:bodyPr>
            <a:normAutofit/>
          </a:bodyPr>
          <a:lstStyle/>
          <a:p>
            <a:r>
              <a:rPr lang="pt-BR" dirty="0"/>
              <a:t>Sistema Elétrico:</a:t>
            </a:r>
          </a:p>
          <a:p>
            <a:pPr lvl="1"/>
            <a:r>
              <a:rPr lang="pt-BR" dirty="0"/>
              <a:t>Gerencia o nível da bateria, consumo e recarga. </a:t>
            </a:r>
          </a:p>
          <a:p>
            <a:r>
              <a:rPr lang="pt-BR" noProof="0" dirty="0"/>
              <a:t>Sistema de Sensoreamento:</a:t>
            </a:r>
          </a:p>
          <a:p>
            <a:pPr lvl="1"/>
            <a:r>
              <a:rPr lang="pt-BR" dirty="0"/>
              <a:t>Simula a leitura de sensores internos.</a:t>
            </a:r>
            <a:endParaRPr lang="pt-BR" noProof="0" dirty="0"/>
          </a:p>
          <a:p>
            <a:r>
              <a:rPr lang="pt-BR" dirty="0"/>
              <a:t>Sistema de Comunicação:</a:t>
            </a:r>
          </a:p>
          <a:p>
            <a:pPr lvl="1"/>
            <a:r>
              <a:rPr lang="pt-BR" dirty="0"/>
              <a:t>Responsável pelo link de dados com a Estação de Controle (GCS). </a:t>
            </a:r>
          </a:p>
          <a:p>
            <a:r>
              <a:rPr lang="pt-BR" noProof="0" dirty="0"/>
              <a:t>Sistema de Controle:</a:t>
            </a:r>
          </a:p>
          <a:p>
            <a:pPr lvl="1"/>
            <a:r>
              <a:rPr lang="pt-BR" dirty="0"/>
              <a:t>O núcleo lógico do sistema.</a:t>
            </a:r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12F133-A124-C82E-9C61-A3DE5DBA83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6</a:t>
            </a:fld>
            <a:endParaRPr lang="pt-BR" noProof="0" dirty="0"/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49E1462A-9259-A635-049E-577129FA44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74164536"/>
              </p:ext>
            </p:extLst>
          </p:nvPr>
        </p:nvGraphicFramePr>
        <p:xfrm>
          <a:off x="5088195" y="1334058"/>
          <a:ext cx="3744106" cy="3329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58991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EAE8E-6A5E-D011-35E0-E0EF25E2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FD3F3-DB16-BF2E-2689-63DEF4C12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4000" dirty="0"/>
              <a:t>Descrição dos componentes: GCS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B73D28-BA5C-BF32-AE6C-BF5CEB9723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334058"/>
            <a:ext cx="4739623" cy="3153636"/>
          </a:xfrm>
        </p:spPr>
        <p:txBody>
          <a:bodyPr>
            <a:normAutofit/>
          </a:bodyPr>
          <a:lstStyle/>
          <a:p>
            <a:r>
              <a:rPr lang="pt-BR" dirty="0"/>
              <a:t>Sistema de Conexão:</a:t>
            </a:r>
          </a:p>
          <a:p>
            <a:pPr lvl="1"/>
            <a:r>
              <a:rPr lang="pt-BR" dirty="0"/>
              <a:t>Gerencia a comunicação entre drones e GCS.</a:t>
            </a:r>
          </a:p>
          <a:p>
            <a:r>
              <a:rPr lang="pt-BR" dirty="0"/>
              <a:t>Sistema de Operação:</a:t>
            </a:r>
          </a:p>
          <a:p>
            <a:pPr lvl="1"/>
            <a:r>
              <a:rPr lang="pt-BR" dirty="0"/>
              <a:t>Permite o controle manual do drone.</a:t>
            </a:r>
          </a:p>
          <a:p>
            <a:r>
              <a:rPr lang="pt-BR" dirty="0"/>
              <a:t>Sistema de Telemetria:</a:t>
            </a:r>
          </a:p>
          <a:p>
            <a:pPr lvl="1"/>
            <a:r>
              <a:rPr lang="pt-BR" dirty="0"/>
              <a:t>Recebe informações de missão, progresso e eventos.</a:t>
            </a:r>
          </a:p>
          <a:p>
            <a:r>
              <a:rPr lang="pt-BR" dirty="0"/>
              <a:t>Sistema de Alarmes:</a:t>
            </a:r>
          </a:p>
          <a:p>
            <a:pPr lvl="1"/>
            <a:r>
              <a:rPr lang="pt-BR" dirty="0"/>
              <a:t>Monitora alertas e falhas críticas reportadas pelos drones.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61D1B0-7060-E163-39AD-3D741AA0B2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7</a:t>
            </a:fld>
            <a:endParaRPr lang="pt-BR" noProof="0" dirty="0"/>
          </a:p>
        </p:txBody>
      </p:sp>
      <p:graphicFrame>
        <p:nvGraphicFramePr>
          <p:cNvPr id="6" name="Diagrama 5">
            <a:extLst>
              <a:ext uri="{FF2B5EF4-FFF2-40B4-BE49-F238E27FC236}">
                <a16:creationId xmlns:a16="http://schemas.microsoft.com/office/drawing/2014/main" id="{463A1DD6-73F8-A431-0FE2-5836199371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0918287"/>
              </p:ext>
            </p:extLst>
          </p:nvPr>
        </p:nvGraphicFramePr>
        <p:xfrm>
          <a:off x="5361039" y="1246239"/>
          <a:ext cx="3471261" cy="2981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71443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B71DE-6C3E-29AB-B16F-2B169C168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FEF2D6-8F3A-B9E6-D1AB-7B3626BE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2800" dirty="0"/>
              <a:t>Modelagem CSP, Paralelismo e sincronizações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B1B0C9-0761-7B8F-0159-90C135CC91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8</a:t>
            </a:fld>
            <a:endParaRPr lang="pt-BR" noProof="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080A602-3D8E-7615-3954-33894AE8B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20" y="1556175"/>
            <a:ext cx="7558959" cy="270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02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DC3EB-7F9F-654D-A45B-2C96C2282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7486C-B47B-B9E5-48B1-54EBD1C39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2800" dirty="0"/>
              <a:t>Modelagem CSP, Paralelismo e sincronizações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C46127-47A0-9EF9-C759-5DEAC18800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9</a:t>
            </a:fld>
            <a:endParaRPr lang="pt-BR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04C4A3A-DBA6-7551-0465-FFC752ABD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0970" y="1342285"/>
            <a:ext cx="5842059" cy="332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324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E52542-2F03-8A61-5F33-D725E7BF2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6CAEA-5792-F995-40FB-DB2DA3E4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4000"/>
              <a:t>Modelagem CSP</a:t>
            </a:r>
            <a:endParaRPr lang="pt-BR" sz="40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BCC6FF-B2B3-9EB8-2CC8-8B0365FD97E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10</a:t>
            </a:fld>
            <a:endParaRPr lang="pt-BR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9798F2-1D9F-5C40-6DB3-123451E6E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702064"/>
            <a:ext cx="4872358" cy="275545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200720E-864F-1773-D2F2-AC50D1886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2132" y="791376"/>
            <a:ext cx="3070326" cy="3771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524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5D001-6E37-1FC6-E35B-7BA62464C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B05FB-B7E7-AA40-2E63-B776451C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3220539" cy="707450"/>
          </a:xfrm>
        </p:spPr>
        <p:txBody>
          <a:bodyPr/>
          <a:lstStyle/>
          <a:p>
            <a:pPr marL="114300"/>
            <a:r>
              <a:rPr lang="pt-BR" sz="2800" dirty="0"/>
              <a:t>Modelagem CSP, Paralelismo e sincronizações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F2B337-9672-D65A-AF44-90CDA54C10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11</a:t>
            </a:fld>
            <a:endParaRPr lang="pt-BR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7D50D360-1028-18A4-1A7B-5549E2611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550" y="263167"/>
            <a:ext cx="4498258" cy="459685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F4B2EF9-5103-2100-A87A-3F95E177B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616" y="2116392"/>
            <a:ext cx="3913335" cy="230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835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6A52-ED83-54DF-F388-3746D4382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920A2-B455-6DC4-655C-EBF7C3CC1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2800" dirty="0"/>
              <a:t>Modelagem CSP, Paralelismo e sincronizações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CE529B-A128-5777-DEC5-486E1C37A3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12</a:t>
            </a:fld>
            <a:endParaRPr lang="pt-BR" noProof="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375158F-F6AE-30E7-B85A-C0D89B625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26" y="1152474"/>
            <a:ext cx="3162022" cy="375579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5A008E7-C16C-1E0B-E6C1-61407C34E2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0773" y="1152474"/>
            <a:ext cx="4490785" cy="375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54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B40A4-63D6-9266-56ED-30737C87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6FE85-A2BA-EED4-34F1-1D7E00B42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3600" dirty="0"/>
              <a:t>Refinamentos, verificações e resultados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0A01BB-3D06-9FA9-650C-4B74825EA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699" y="1334058"/>
            <a:ext cx="8520600" cy="1701750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Propriedades Clássicas: </a:t>
            </a:r>
            <a:r>
              <a:rPr lang="pt-BR" dirty="0"/>
              <a:t>Atestam o determinismo, a ausência de deadlocks e a controlabilidade do sistema.</a:t>
            </a:r>
          </a:p>
          <a:p>
            <a:r>
              <a:rPr lang="pt-BR" b="1" dirty="0"/>
              <a:t>Refinamentos: </a:t>
            </a:r>
            <a:r>
              <a:rPr lang="pt-BR" dirty="0"/>
              <a:t>Provam propriedades importantes sobre o sistema. Por exemplo, que a missão termina corretamente ou uma política de segurança é ativada.</a:t>
            </a:r>
            <a:endParaRPr lang="pt-BR" b="1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D4DBD00-84AB-9384-A6E9-7FD2C34FE2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13</a:t>
            </a:fld>
            <a:endParaRPr lang="pt-BR" noProof="0" dirty="0"/>
          </a:p>
        </p:txBody>
      </p:sp>
      <p:pic>
        <p:nvPicPr>
          <p:cNvPr id="5" name="Imagem 4" descr="Failsafe for FPV Drones: What is it and How to Configure It | FPV Racing  Drone">
            <a:extLst>
              <a:ext uri="{FF2B5EF4-FFF2-40B4-BE49-F238E27FC236}">
                <a16:creationId xmlns:a16="http://schemas.microsoft.com/office/drawing/2014/main" id="{A4B891E3-2B93-3B78-808B-EE41DBEAF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57" y="3239762"/>
            <a:ext cx="2941935" cy="1544516"/>
          </a:xfrm>
          <a:prstGeom prst="rect">
            <a:avLst/>
          </a:prstGeom>
        </p:spPr>
      </p:pic>
      <p:pic>
        <p:nvPicPr>
          <p:cNvPr id="7" name="Imagem 6" descr="Seguridad en UAM, Fail-Safe vs Fail-Operational">
            <a:extLst>
              <a:ext uri="{FF2B5EF4-FFF2-40B4-BE49-F238E27FC236}">
                <a16:creationId xmlns:a16="http://schemas.microsoft.com/office/drawing/2014/main" id="{FAFD15D9-5382-08B4-398D-8B44FE3BF4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99" t="24677" r="5112" b="2203"/>
          <a:stretch>
            <a:fillRect/>
          </a:stretch>
        </p:blipFill>
        <p:spPr>
          <a:xfrm>
            <a:off x="520168" y="3239762"/>
            <a:ext cx="4948221" cy="154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12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2507F-FF0A-3B1A-7B53-1C253554B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3666F-5FF0-F5D4-5C45-5C84738C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3600" dirty="0"/>
              <a:t>Refinamentos, verificações e resultados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86BD84-72D5-9D9B-921E-BABABFF08A4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14</a:t>
            </a:fld>
            <a:endParaRPr lang="pt-BR" noProof="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6A2F3ED-C03B-A35F-3162-60395C9C7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2571750"/>
            <a:ext cx="2666992" cy="86198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45CEDDB1-4840-CE0C-C98E-81A4DFBD10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8701" y="1360626"/>
            <a:ext cx="5753599" cy="333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84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46AD7-FC2F-0957-77E4-429079913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3AE9E-C627-F9F4-6725-F9DEB53A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3600" dirty="0"/>
              <a:t>Refinamentos, verificações e resultados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B4027E-460A-5214-3311-A6FAFDB499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15</a:t>
            </a:fld>
            <a:endParaRPr lang="pt-BR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7D31E6-C467-2907-E475-C6E4E0136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5240" y="1152475"/>
            <a:ext cx="5573520" cy="37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048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51BE6-9EB5-EF8F-4C0E-6E2656C4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78773-FF27-5739-A93F-9621542B9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114300"/>
            <a:r>
              <a:rPr lang="pt-BR" sz="3600" dirty="0"/>
              <a:t>Refinamentos, verificações e resultados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E7E386-93BE-A8A4-8B0C-D43C10C68B4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noProof="0" smtClean="0"/>
              <a:pPr/>
              <a:t>16</a:t>
            </a:fld>
            <a:endParaRPr lang="pt-BR" noProof="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CD94999F-743D-8BE7-5972-1B61CE04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5958" b="44001"/>
          <a:stretch>
            <a:fillRect/>
          </a:stretch>
        </p:blipFill>
        <p:spPr>
          <a:xfrm>
            <a:off x="1333219" y="1251234"/>
            <a:ext cx="3673644" cy="2351022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B566077-6F11-3B56-C3B9-DD07CE60B0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0209" y="1251234"/>
            <a:ext cx="2560571" cy="2351022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FC1833A-30DD-4A32-96AB-49CE4525E5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219" y="3796872"/>
            <a:ext cx="6477561" cy="112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635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>
          <a:extLst>
            <a:ext uri="{FF2B5EF4-FFF2-40B4-BE49-F238E27FC236}">
              <a16:creationId xmlns:a16="http://schemas.microsoft.com/office/drawing/2014/main" id="{CF637EFE-2C5B-6C85-AE47-5C298525D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>
            <a:extLst>
              <a:ext uri="{FF2B5EF4-FFF2-40B4-BE49-F238E27FC236}">
                <a16:creationId xmlns:a16="http://schemas.microsoft.com/office/drawing/2014/main" id="{D14E1B5A-8EAE-6123-5561-634703120E5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1E2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lang="pt-BR">
              <a:solidFill>
                <a:srgbClr val="DB1E2F"/>
              </a:solidFill>
              <a:latin typeface="Proxima Nova" panose="020B0604020202020204" charset="0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85" name="Google Shape;85;p17">
            <a:extLst>
              <a:ext uri="{FF2B5EF4-FFF2-40B4-BE49-F238E27FC236}">
                <a16:creationId xmlns:a16="http://schemas.microsoft.com/office/drawing/2014/main" id="{9698E1E5-E421-6B57-99C7-41EE4ECA4E95}"/>
              </a:ext>
            </a:extLst>
          </p:cNvPr>
          <p:cNvSpPr txBox="1"/>
          <p:nvPr/>
        </p:nvSpPr>
        <p:spPr>
          <a:xfrm>
            <a:off x="300921" y="1937766"/>
            <a:ext cx="8515308" cy="1659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pt-BR" sz="3600" dirty="0">
                <a:solidFill>
                  <a:schemeClr val="lt1"/>
                </a:solidFill>
                <a:latin typeface="Proxima Nova Extrabold" panose="020B0604020202020204" charset="0"/>
              </a:rPr>
              <a:t>Utilização de CSP para avaliação de um drone e um </a:t>
            </a:r>
            <a:r>
              <a:rPr lang="pt-BR" sz="3600" dirty="0" err="1">
                <a:solidFill>
                  <a:schemeClr val="lt1"/>
                </a:solidFill>
                <a:latin typeface="Proxima Nova Extrabold" panose="020B0604020202020204" charset="0"/>
              </a:rPr>
              <a:t>swarm</a:t>
            </a:r>
            <a:endParaRPr lang="pt-BR" sz="3600" b="1" i="1" dirty="0">
              <a:solidFill>
                <a:srgbClr val="FFFFFF"/>
              </a:solidFill>
              <a:latin typeface="Proxima Nova Extrabold" panose="020B0604020202020204" charset="0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dirty="0">
                <a:solidFill>
                  <a:srgbClr val="FFFFFF"/>
                </a:solidFill>
                <a:latin typeface="Proxima Nova Extrabold" panose="020B0604020202020204" charset="0"/>
                <a:ea typeface="Proxima Nova"/>
                <a:cs typeface="Proxima Nova"/>
                <a:sym typeface="Proxima Nova"/>
              </a:rPr>
              <a:t> </a:t>
            </a:r>
            <a:endParaRPr sz="3600" b="1" dirty="0">
              <a:solidFill>
                <a:srgbClr val="FFFFFF"/>
              </a:solidFill>
              <a:latin typeface="Proxima Nova Extrabold" panose="020B060402020202020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0FDC4E-E6FE-CC40-08E5-0F00765911F8}"/>
              </a:ext>
            </a:extLst>
          </p:cNvPr>
          <p:cNvSpPr txBox="1"/>
          <p:nvPr/>
        </p:nvSpPr>
        <p:spPr>
          <a:xfrm>
            <a:off x="300921" y="3597008"/>
            <a:ext cx="851530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pt-BR" sz="2400" dirty="0">
                <a:solidFill>
                  <a:schemeClr val="lt1"/>
                </a:solidFill>
                <a:latin typeface="Proxima Nova" panose="020B0604020202020204" charset="0"/>
                <a:ea typeface="Manrope Medium"/>
                <a:cs typeface="Manrope Medium"/>
                <a:sym typeface="Manrope Medium"/>
              </a:rPr>
              <a:t>Marcus V F Santos - mvfs@cin.ufpe.br</a:t>
            </a:r>
          </a:p>
          <a:p>
            <a:pPr algn="ctr"/>
            <a:endParaRPr lang="pt-BR" dirty="0">
              <a:latin typeface="Proxima Nova Extrabold" panose="020B0604020202020204" charset="0"/>
            </a:endParaRP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F0D3F0-55DC-68A6-645E-2CCF166767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pt-BR" smtClean="0">
                <a:solidFill>
                  <a:schemeClr val="bg1"/>
                </a:solidFill>
              </a:rPr>
              <a:pPr/>
              <a:t>17</a:t>
            </a:fld>
            <a:endParaRPr lang="pt-BR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404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4825" y="818348"/>
            <a:ext cx="6234348" cy="350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914</TotalTime>
  <Words>3121</Words>
  <Application>Microsoft Office PowerPoint</Application>
  <PresentationFormat>Apresentação na tela (16:9)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Proxima Nova</vt:lpstr>
      <vt:lpstr>Proxima Nova Extrabold</vt:lpstr>
      <vt:lpstr>Arial</vt:lpstr>
      <vt:lpstr>Simple Light</vt:lpstr>
      <vt:lpstr>Apresentação do PowerPoint</vt:lpstr>
      <vt:lpstr>Índice </vt:lpstr>
      <vt:lpstr>Introdução</vt:lpstr>
      <vt:lpstr>Introdução</vt:lpstr>
      <vt:lpstr>Descrição dos componentes</vt:lpstr>
      <vt:lpstr>Descrição dos componentes: Drone</vt:lpstr>
      <vt:lpstr>Descrição dos componentes: GCS</vt:lpstr>
      <vt:lpstr>Modelagem CSP, Paralelismo e sincronizações</vt:lpstr>
      <vt:lpstr>Modelagem CSP, Paralelismo e sincronizações</vt:lpstr>
      <vt:lpstr>Modelagem CSP</vt:lpstr>
      <vt:lpstr>Modelagem CSP, Paralelismo e sincronizações</vt:lpstr>
      <vt:lpstr>Modelagem CSP, Paralelismo e sincronizações</vt:lpstr>
      <vt:lpstr>Refinamentos, verificações e resultados</vt:lpstr>
      <vt:lpstr>Refinamentos, verificações e resultados</vt:lpstr>
      <vt:lpstr>Refinamentos, verificações e resultados</vt:lpstr>
      <vt:lpstr>Refinamentos, verificações e resultados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Marcus Vinícius de Faria Santos</dc:creator>
  <cp:lastModifiedBy>Marcus Vinícius de Faria Santos</cp:lastModifiedBy>
  <cp:revision>4</cp:revision>
  <dcterms:modified xsi:type="dcterms:W3CDTF">2026-06-29T07:40:51Z</dcterms:modified>
</cp:coreProperties>
</file>